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70" r:id="rId2"/>
    <p:sldId id="287" r:id="rId3"/>
    <p:sldId id="279" r:id="rId4"/>
    <p:sldId id="280" r:id="rId5"/>
    <p:sldId id="281" r:id="rId6"/>
    <p:sldId id="282" r:id="rId7"/>
    <p:sldId id="283" r:id="rId8"/>
    <p:sldId id="288" r:id="rId9"/>
    <p:sldId id="289" r:id="rId10"/>
    <p:sldId id="284" r:id="rId11"/>
    <p:sldId id="285" r:id="rId12"/>
    <p:sldId id="286" r:id="rId13"/>
    <p:sldId id="294" r:id="rId14"/>
    <p:sldId id="290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A4D09D44-E933-426A-8F7A-A670F4423266}">
          <p14:sldIdLst>
            <p14:sldId id="270"/>
            <p14:sldId id="287"/>
            <p14:sldId id="279"/>
            <p14:sldId id="280"/>
            <p14:sldId id="281"/>
            <p14:sldId id="282"/>
            <p14:sldId id="283"/>
            <p14:sldId id="288"/>
            <p14:sldId id="289"/>
            <p14:sldId id="284"/>
            <p14:sldId id="285"/>
            <p14:sldId id="286"/>
            <p14:sldId id="294"/>
            <p14:sldId id="29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4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3" pos="7401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71B"/>
    <a:srgbClr val="EBEBE9"/>
    <a:srgbClr val="1DCAD3"/>
    <a:srgbClr val="147ED1"/>
    <a:srgbClr val="147BD1"/>
    <a:srgbClr val="93DA49"/>
    <a:srgbClr val="EA0029"/>
    <a:srgbClr val="00A376"/>
    <a:srgbClr val="D50057"/>
    <a:srgbClr val="FF8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82881" autoAdjust="0"/>
  </p:normalViewPr>
  <p:slideViewPr>
    <p:cSldViewPr snapToGrid="0" showGuides="1">
      <p:cViewPr varScale="1">
        <p:scale>
          <a:sx n="135" d="100"/>
          <a:sy n="135" d="100"/>
        </p:scale>
        <p:origin x="1152" y="114"/>
      </p:cViewPr>
      <p:guideLst>
        <p:guide orient="horz" pos="164"/>
        <p:guide pos="257"/>
        <p:guide pos="7401"/>
        <p:guide orient="horz" pos="41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123" d="100"/>
          <a:sy n="123" d="100"/>
        </p:scale>
        <p:origin x="244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9FA37033-ED58-7468-B3A7-D86EC993E40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50E057-5885-7CF0-A566-F1509F15EC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8A9B2-778C-433C-8A06-393197C1381D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C110CC0-26F9-7A19-1D7F-586CF7E94F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0F5FF-528F-49FD-EB3A-E1235211DB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A8D64-9144-4D65-95FF-539FB0414D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73662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1B2C73-F33F-494A-BC1B-E1D751896FFE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DF360B-A3AE-4175-B4D3-5B0EB60874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53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DF360B-A3AE-4175-B4D3-5B0EB608746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1073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6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5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2">
            <a:extLst>
              <a:ext uri="{FF2B5EF4-FFF2-40B4-BE49-F238E27FC236}">
                <a16:creationId xmlns:a16="http://schemas.microsoft.com/office/drawing/2014/main" id="{0A2B689D-8977-AD6A-3C69-6D92240020A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7667" y="2898545"/>
            <a:ext cx="282262" cy="75270"/>
          </a:xfrm>
          <a:prstGeom prst="rect">
            <a:avLst/>
          </a:prstGeom>
        </p:spPr>
      </p:pic>
      <p:sp>
        <p:nvSpPr>
          <p:cNvPr id="17" name="Title 32">
            <a:extLst>
              <a:ext uri="{FF2B5EF4-FFF2-40B4-BE49-F238E27FC236}">
                <a16:creationId xmlns:a16="http://schemas.microsoft.com/office/drawing/2014/main" id="{15344361-8496-51B6-866B-094BE72A15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6157" y="3207777"/>
            <a:ext cx="7689344" cy="44244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40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lvl="0" indent="-228600">
              <a:buFont typeface="Arial" panose="020B0604020202020204" pitchFamily="34" charset="0"/>
            </a:pPr>
            <a:r>
              <a:rPr lang="en-US" dirty="0"/>
              <a:t>PRESENTATION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993181B-10D9-9297-61FD-4CCD2845F2CF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6155" y="5363127"/>
            <a:ext cx="134696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소속기관명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45613ED5-364D-70A2-FBDC-67AB945B8E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56156" y="3959455"/>
            <a:ext cx="7689344" cy="4389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부제목을 입력해 주세요</a:t>
            </a:r>
            <a:endParaRPr lang="en-US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4CD1575-1C7B-CFAB-E034-1CB5FDC6F6D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2128520" y="5359223"/>
            <a:ext cx="2896815" cy="384815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sz="1600" b="0" spc="-15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성함 직함</a:t>
            </a:r>
            <a:endParaRPr lang="en-US" altLang="ko-KR" dirty="0"/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64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AC6ED3B-B028-3C6A-603A-7FEC1CF2A0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5669026" cy="6858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C47035B-5EFB-CC4F-96A0-93ECD02EFE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38600" y="1644673"/>
            <a:ext cx="3325603" cy="367852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F42CB39-D109-24BB-F6D0-0D47894AC977}"/>
              </a:ext>
            </a:extLst>
          </p:cNvPr>
          <p:cNvSpPr/>
          <p:nvPr userDrawn="1"/>
        </p:nvSpPr>
        <p:spPr>
          <a:xfrm>
            <a:off x="1838848" y="813916"/>
            <a:ext cx="3737345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EC3ED8-DCB6-B804-2AC4-6D3105DE41D9}"/>
              </a:ext>
            </a:extLst>
          </p:cNvPr>
          <p:cNvSpPr txBox="1"/>
          <p:nvPr userDrawn="1"/>
        </p:nvSpPr>
        <p:spPr>
          <a:xfrm>
            <a:off x="574525" y="575156"/>
            <a:ext cx="2804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rgbClr val="147B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ko-KR" altLang="en-US" sz="2800" b="1" dirty="0">
              <a:solidFill>
                <a:srgbClr val="147BD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부제목 13">
            <a:extLst>
              <a:ext uri="{FF2B5EF4-FFF2-40B4-BE49-F238E27FC236}">
                <a16:creationId xmlns:a16="http://schemas.microsoft.com/office/drawing/2014/main" id="{9D79CC19-00AF-C47A-B5DC-A4C39937A145}"/>
              </a:ext>
            </a:extLst>
          </p:cNvPr>
          <p:cNvSpPr txBox="1">
            <a:spLocks/>
          </p:cNvSpPr>
          <p:nvPr userDrawn="1"/>
        </p:nvSpPr>
        <p:spPr>
          <a:xfrm>
            <a:off x="645645" y="387656"/>
            <a:ext cx="2643655" cy="4389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200" dirty="0">
                <a:solidFill>
                  <a:srgbClr val="D4D4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  I  N  E  P  L  U  S  I  T</a:t>
            </a:r>
            <a:endParaRPr lang="ko-KR" altLang="en-US" sz="1200" dirty="0">
              <a:solidFill>
                <a:srgbClr val="D4D4D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A57AF3A-A4EB-0B0A-9D18-3723383EF2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36A8999-FDD4-0AD3-598F-C2CAE37EC2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66866-8E2B-E06F-867C-AA402CB3245B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91" r="52827"/>
          <a:stretch/>
        </p:blipFill>
        <p:spPr>
          <a:xfrm rot="10800000">
            <a:off x="0" y="4991407"/>
            <a:ext cx="2225400" cy="1876097"/>
          </a:xfrm>
          <a:prstGeom prst="rect">
            <a:avLst/>
          </a:prstGeom>
        </p:spPr>
      </p:pic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C6627FCA-972B-4BB6-55FD-CE8B4728242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E4840E2-5E13-B055-1443-080C8EACE103}"/>
              </a:ext>
            </a:extLst>
          </p:cNvPr>
          <p:cNvSpPr/>
          <p:nvPr userDrawn="1"/>
        </p:nvSpPr>
        <p:spPr>
          <a:xfrm>
            <a:off x="3378685" y="10583"/>
            <a:ext cx="2290341" cy="432080"/>
          </a:xfrm>
          <a:prstGeom prst="rect">
            <a:avLst/>
          </a:prstGeom>
          <a:gradFill flip="none" rotWithShape="1">
            <a:gsLst>
              <a:gs pos="75000">
                <a:srgbClr val="FFFFFF"/>
              </a:gs>
              <a:gs pos="44100">
                <a:srgbClr val="FFFFFF"/>
              </a:gs>
              <a:gs pos="100000">
                <a:schemeClr val="bg1">
                  <a:alpha val="41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17569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C6BF1BD-65AB-9F9F-BBF8-02D82CB2EF4F}"/>
              </a:ext>
            </a:extLst>
          </p:cNvPr>
          <p:cNvGrpSpPr/>
          <p:nvPr userDrawn="1"/>
        </p:nvGrpSpPr>
        <p:grpSpPr>
          <a:xfrm>
            <a:off x="0" y="20686"/>
            <a:ext cx="12192000" cy="2801257"/>
            <a:chOff x="0" y="20686"/>
            <a:chExt cx="12192000" cy="280125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9AC185F2-217E-FC8A-F79E-6207FBCF9F9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341"/>
            <a:stretch/>
          </p:blipFill>
          <p:spPr>
            <a:xfrm>
              <a:off x="0" y="20686"/>
              <a:ext cx="12192000" cy="2694338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8EB42C5-A44E-941C-BD61-D4F388159019}"/>
                </a:ext>
              </a:extLst>
            </p:cNvPr>
            <p:cNvSpPr/>
            <p:nvPr userDrawn="1"/>
          </p:nvSpPr>
          <p:spPr>
            <a:xfrm>
              <a:off x="4749800" y="1357618"/>
              <a:ext cx="3086100" cy="1464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24E42BE8-63C9-AD43-B49A-36AB11AB45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99" r="37743" b="78275"/>
          <a:stretch/>
        </p:blipFill>
        <p:spPr>
          <a:xfrm rot="5400000">
            <a:off x="10192809" y="4800676"/>
            <a:ext cx="3057033" cy="9277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5" y="237245"/>
            <a:ext cx="887350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BACC5D-C8EA-42F1-CA99-243C0146CA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4373" y="3493142"/>
            <a:ext cx="10744200" cy="1188720"/>
          </a:xfrm>
        </p:spPr>
        <p:txBody>
          <a:bodyPr anchor="t" anchorCtr="0">
            <a:noAutofit/>
          </a:bodyPr>
          <a:lstStyle>
            <a:lvl1pPr>
              <a:lnSpc>
                <a:spcPct val="130000"/>
              </a:lnSpc>
              <a:defRPr sz="2800" b="1" spc="-15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간지 내용을 입력해 주세요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366482A-6BF8-FFC6-47C6-24B31596039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6744" y="4004065"/>
            <a:ext cx="10827604" cy="677797"/>
          </a:xfrm>
          <a:prstGeom prst="rect">
            <a:avLst/>
          </a:prstGeom>
        </p:spPr>
        <p:txBody>
          <a:bodyPr lIns="91440">
            <a:noAutofit/>
          </a:bodyPr>
          <a:lstStyle>
            <a:lvl1pPr marL="0" indent="0">
              <a:lnSpc>
                <a:spcPct val="130000"/>
              </a:lnSpc>
              <a:buNone/>
              <a:defRPr sz="20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내용을 입력해 주세요</a:t>
            </a:r>
            <a:endParaRPr 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97B5B7B-C0AC-3577-38A0-8DDD0EE0191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25654" r="57737" b="59319"/>
          <a:stretch/>
        </p:blipFill>
        <p:spPr>
          <a:xfrm>
            <a:off x="379186" y="2976683"/>
            <a:ext cx="2131786" cy="361720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C0B63F71-8B17-75BA-431B-EC8B15CED286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98885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레이아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F5FF8531-6602-6B50-A085-CDB91C415011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9DB3ED-6F85-3EFA-BBD1-BABB6B9C68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C01F753-9E37-C8DC-95FF-DF93DF3393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6A11B6C2-6061-3E55-077D-166C78B0ED7E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169975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36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3B83660C-63E0-0CAA-517A-56CE5094A9C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19" name="내용 개체 틀 4">
            <a:extLst>
              <a:ext uri="{FF2B5EF4-FFF2-40B4-BE49-F238E27FC236}">
                <a16:creationId xmlns:a16="http://schemas.microsoft.com/office/drawing/2014/main" id="{58830C0C-E56C-3ECA-C9CA-D786D27DA36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84708" y="1722863"/>
            <a:ext cx="7688263" cy="1662693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본문 내용을 입력해 주세요</a:t>
            </a:r>
          </a:p>
        </p:txBody>
      </p:sp>
      <p:sp>
        <p:nvSpPr>
          <p:cNvPr id="20" name="내용 개체 틀 4">
            <a:extLst>
              <a:ext uri="{FF2B5EF4-FFF2-40B4-BE49-F238E27FC236}">
                <a16:creationId xmlns:a16="http://schemas.microsoft.com/office/drawing/2014/main" id="{DA2D460F-401E-946C-4819-5CAF1DEE37E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8437" y="1265135"/>
            <a:ext cx="7688263" cy="384780"/>
          </a:xfrm>
        </p:spPr>
        <p:txBody>
          <a:bodyPr>
            <a:no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600" spc="-15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3" name="Rectangle 6">
            <a:extLst>
              <a:ext uri="{FF2B5EF4-FFF2-40B4-BE49-F238E27FC236}">
                <a16:creationId xmlns:a16="http://schemas.microsoft.com/office/drawing/2014/main" id="{064D8154-20AE-1DD0-D610-B24CF84C8A9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87224E7-8403-7591-6B1C-C031BE82A3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E5410BEA-4881-88D1-E737-C10291E66D4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10D5E0-0C61-CEB0-1EA0-431E53BBA66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7F29AE4C-4C6B-01FA-DB71-26C9389E469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6381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B1C25-666F-3850-741D-F8453E0AD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8438" y="1447286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86742E4-6FBD-24DE-B85E-52C7A29DCB4E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6477000" y="1446772"/>
            <a:ext cx="5276562" cy="4862073"/>
          </a:xfrm>
          <a:prstGeom prst="rect">
            <a:avLst/>
          </a:prstGeom>
        </p:spPr>
        <p:txBody>
          <a:bodyPr rIns="182880"/>
          <a:lstStyle>
            <a:lvl1pPr marL="280988" indent="-280988">
              <a:lnSpc>
                <a:spcPct val="130000"/>
              </a:lnSpc>
              <a:buClr>
                <a:srgbClr val="E31837"/>
              </a:buClr>
              <a:defRPr sz="1800" spc="-150"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1pPr>
            <a:lvl2pPr marL="633413" indent="-295275">
              <a:lnSpc>
                <a:spcPct val="130000"/>
              </a:lnSpc>
              <a:buFont typeface="Arial" panose="020B0604020202020204" pitchFamily="34" charset="0"/>
              <a:buChar char="–"/>
              <a:tabLst>
                <a:tab pos="801688" algn="l"/>
              </a:tabLst>
              <a:defRPr sz="16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2pPr>
            <a:lvl3pPr marL="858838" indent="-225425">
              <a:lnSpc>
                <a:spcPct val="130000"/>
              </a:lnSpc>
              <a:buFont typeface="Arial" panose="020B0604020202020204" pitchFamily="34" charset="0"/>
              <a:buChar char="–"/>
              <a:defRPr sz="1200" spc="-150">
                <a:solidFill>
                  <a:srgbClr val="6A6A6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6165312-91BD-A6B4-3DB8-FCCC95EBC2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443307DC-A9A4-0AF1-431B-CE8D866C6F0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EACB026E-116D-A154-5B23-D99661FC4A7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151408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59581B5-AD61-C855-0268-F70136A9FC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5707089-CB6C-150C-BF3E-38E3E399E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33D89CB-B719-EA94-FA05-4B1D5B5E9E4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987316" y="237245"/>
            <a:ext cx="887348" cy="370320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C218C5B9-E411-1190-D487-C7629F665803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cdtText Placeholder 12 Id13">
            <a:extLst>
              <a:ext uri="{FF2B5EF4-FFF2-40B4-BE49-F238E27FC236}">
                <a16:creationId xmlns:a16="http://schemas.microsoft.com/office/drawing/2014/main" id="{AAF3BF8F-EA23-F148-B484-C055AFAA6127}"/>
              </a:ext>
            </a:extLst>
          </p:cNvPr>
          <p:cNvSpPr>
            <a:spLocks noGrp="1"/>
          </p:cNvSpPr>
          <p:nvPr>
            <p:ph type="body" sz="quarter" idx="14" hasCustomPrompt="1"/>
            <p:custDataLst>
              <p:tags r:id="rId1"/>
            </p:custDataLst>
          </p:nvPr>
        </p:nvSpPr>
        <p:spPr bwMode="auto">
          <a:xfrm>
            <a:off x="4864100" y="1663814"/>
            <a:ext cx="7327900" cy="392272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21" name="Bildplatzhalter 7">
            <a:extLst>
              <a:ext uri="{FF2B5EF4-FFF2-40B4-BE49-F238E27FC236}">
                <a16:creationId xmlns:a16="http://schemas.microsoft.com/office/drawing/2014/main" id="{8E616DC4-24DA-D652-DA34-FA51D618129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63814"/>
            <a:ext cx="3724650" cy="3922726"/>
          </a:xfrm>
        </p:spPr>
        <p:txBody>
          <a:bodyPr tIns="1800000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3" name="내용 개체 틀 4">
            <a:extLst>
              <a:ext uri="{FF2B5EF4-FFF2-40B4-BE49-F238E27FC236}">
                <a16:creationId xmlns:a16="http://schemas.microsoft.com/office/drawing/2014/main" id="{C9CFBB3B-8459-B072-CE35-DD44739A71F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4" name="내용 개체 틀 4">
            <a:extLst>
              <a:ext uri="{FF2B5EF4-FFF2-40B4-BE49-F238E27FC236}">
                <a16:creationId xmlns:a16="http://schemas.microsoft.com/office/drawing/2014/main" id="{43239AF0-F814-1FD7-257B-DDBBDB114EBC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슬라이드 번호 개체 틀 4">
            <a:extLst>
              <a:ext uri="{FF2B5EF4-FFF2-40B4-BE49-F238E27FC236}">
                <a16:creationId xmlns:a16="http://schemas.microsoft.com/office/drawing/2014/main" id="{6B8DCC5C-A8F6-8B61-A136-3FE8CE48A16C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537133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 구역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516CDB-E9B6-C141-6F62-385284C8A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006" t="72871" r="-16" b="-894"/>
          <a:stretch/>
        </p:blipFill>
        <p:spPr>
          <a:xfrm>
            <a:off x="0" y="0"/>
            <a:ext cx="1166974" cy="2319759"/>
          </a:xfrm>
          <a:prstGeom prst="rect">
            <a:avLst/>
          </a:prstGeom>
        </p:spPr>
      </p:pic>
      <p:sp>
        <p:nvSpPr>
          <p:cNvPr id="22" name="Rectangle 6">
            <a:extLst>
              <a:ext uri="{FF2B5EF4-FFF2-40B4-BE49-F238E27FC236}">
                <a16:creationId xmlns:a16="http://schemas.microsoft.com/office/drawing/2014/main" id="{CE4883FB-2488-2AEA-9DBF-6062CF83A16C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93A3342-6080-B045-1993-4AED4391366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18" t="-2067" r="87106" b="70592"/>
          <a:stretch/>
        </p:blipFill>
        <p:spPr>
          <a:xfrm>
            <a:off x="10921941" y="4401819"/>
            <a:ext cx="1270060" cy="2465686"/>
          </a:xfrm>
          <a:prstGeom prst="rect">
            <a:avLst/>
          </a:prstGeom>
        </p:spPr>
      </p:pic>
      <p:sp>
        <p:nvSpPr>
          <p:cNvPr id="5" name="Bildplatzhalter 7">
            <a:extLst>
              <a:ext uri="{FF2B5EF4-FFF2-40B4-BE49-F238E27FC236}">
                <a16:creationId xmlns:a16="http://schemas.microsoft.com/office/drawing/2014/main" id="{D85258F4-62CE-F16F-9645-FF41CDB1D15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87400" y="1676514"/>
            <a:ext cx="3724650" cy="3910026"/>
          </a:xfrm>
        </p:spPr>
        <p:txBody>
          <a:bodyPr tIns="1800000" anchor="t">
            <a:normAutofit/>
          </a:bodyPr>
          <a:lstStyle>
            <a:lvl1pPr marL="0" indent="0" algn="ctr">
              <a:buNone/>
              <a:defRPr lang="en-US" sz="1800" noProof="0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noProof="0" dirty="0"/>
              <a:t>이미지를 추가해 주세요</a:t>
            </a:r>
            <a:endParaRPr lang="en-US" noProof="0" dirty="0"/>
          </a:p>
        </p:txBody>
      </p:sp>
      <p:sp>
        <p:nvSpPr>
          <p:cNvPr id="6" name="내용 개체 틀 4">
            <a:extLst>
              <a:ext uri="{FF2B5EF4-FFF2-40B4-BE49-F238E27FC236}">
                <a16:creationId xmlns:a16="http://schemas.microsoft.com/office/drawing/2014/main" id="{BCDC8753-1F35-1528-64B1-335591BD4AA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2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98D4D303-C8FF-C353-4FA5-2C610350C5A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rgbClr val="147CD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8" name="cdtText Placeholder 12 Id13">
            <a:extLst>
              <a:ext uri="{FF2B5EF4-FFF2-40B4-BE49-F238E27FC236}">
                <a16:creationId xmlns:a16="http://schemas.microsoft.com/office/drawing/2014/main" id="{05432AFD-A799-FEA4-2069-2B09A5AC6813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1"/>
            </p:custDataLst>
          </p:nvPr>
        </p:nvSpPr>
        <p:spPr bwMode="auto">
          <a:xfrm>
            <a:off x="5032972" y="382135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9" name="cdtText Placeholder 12 Id13">
            <a:extLst>
              <a:ext uri="{FF2B5EF4-FFF2-40B4-BE49-F238E27FC236}">
                <a16:creationId xmlns:a16="http://schemas.microsoft.com/office/drawing/2014/main" id="{44EF8955-81F0-73C3-DF88-D85D87ED57DE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2"/>
            </p:custDataLst>
          </p:nvPr>
        </p:nvSpPr>
        <p:spPr bwMode="auto">
          <a:xfrm>
            <a:off x="5032973" y="1663814"/>
            <a:ext cx="6244627" cy="1765186"/>
          </a:xfrm>
          <a:solidFill>
            <a:srgbClr val="EBEBE9"/>
          </a:solidFill>
        </p:spPr>
        <p:txBody>
          <a:bodyPr lIns="288000" tIns="252000" rIns="576000" bIns="2520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itchFamily="34" charset="0"/>
              <a:buNone/>
              <a:tabLst>
                <a:tab pos="5356720" algn="r"/>
              </a:tabLst>
              <a:defRPr sz="160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179910" indent="-17991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5356720" algn="r"/>
              </a:tabLst>
              <a:defRPr sz="1400" b="0" spc="-150"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7991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800" b="1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3pPr>
            <a:lvl4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4pPr>
            <a:lvl5pPr marL="359820" indent="-179910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sz="1600" b="1" baseline="0">
                <a:solidFill>
                  <a:srgbClr val="000000"/>
                </a:solidFill>
                <a:latin typeface="나눔스퀘어 네오 Regular" panose="00000500000000000000" pitchFamily="2" charset="-127"/>
                <a:ea typeface="나눔스퀘어 네오 Regular" panose="00000500000000000000" pitchFamily="2" charset="-127"/>
              </a:defRPr>
            </a:lvl5pPr>
            <a:lvl6pPr marL="360183" indent="-180885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itchFamily="34" charset="0"/>
              <a:buChar char="•"/>
              <a:tabLst>
                <a:tab pos="5356720" algn="r"/>
              </a:tabLst>
              <a:defRPr b="1"/>
            </a:lvl6pPr>
          </a:lstStyle>
          <a:p>
            <a:pPr lvl="0"/>
            <a:r>
              <a:rPr lang="ko-KR" altLang="en-US" noProof="0" dirty="0"/>
              <a:t>내용을 입력해 주세요</a:t>
            </a:r>
            <a:endParaRPr lang="en-US" altLang="ko-KR" noProof="0" dirty="0"/>
          </a:p>
          <a:p>
            <a:pPr lvl="1"/>
            <a:r>
              <a:rPr lang="ko-KR" altLang="en-US" noProof="0" dirty="0"/>
              <a:t>내용을 입력해 주세요</a:t>
            </a:r>
            <a:endParaRPr lang="en-US" altLang="ko-KR" noProof="0" dirty="0"/>
          </a:p>
        </p:txBody>
      </p:sp>
      <p:sp>
        <p:nvSpPr>
          <p:cNvPr id="4" name="슬라이드 번호 개체 틀 4">
            <a:extLst>
              <a:ext uri="{FF2B5EF4-FFF2-40B4-BE49-F238E27FC236}">
                <a16:creationId xmlns:a16="http://schemas.microsoft.com/office/drawing/2014/main" id="{4A7882DE-8F0D-5B26-23EB-0FCFD6159BE5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35633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">
    <p:bg>
      <p:bgPr>
        <a:gradFill>
          <a:gsLst>
            <a:gs pos="0">
              <a:srgbClr val="147BD1"/>
            </a:gs>
            <a:gs pos="100000">
              <a:srgbClr val="1DCAD3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1D64FA5-CDB1-F994-65BE-0BE3473A03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808505" y="3704117"/>
            <a:ext cx="2383495" cy="3153883"/>
          </a:xfrm>
          <a:prstGeom prst="rect">
            <a:avLst/>
          </a:prstGeom>
        </p:spPr>
      </p:pic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1545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B953AF5-74C5-EA32-15A6-A2A81C8D990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39" t="27780"/>
          <a:stretch/>
        </p:blipFill>
        <p:spPr>
          <a:xfrm>
            <a:off x="0" y="0"/>
            <a:ext cx="4379984" cy="2614021"/>
          </a:xfrm>
          <a:prstGeom prst="rect">
            <a:avLst/>
          </a:prstGeom>
        </p:spPr>
      </p:pic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C7CAAF6-0D81-0DCB-296D-A9E665D79F7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ED072FD4-8691-B58C-84BF-7070B55A96C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B47B13F2-BD53-D01C-9069-5413AEC44D5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3835760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r="493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47BD1"/>
              </a:gs>
              <a:gs pos="100000">
                <a:srgbClr val="1DCAD3"/>
              </a:gs>
            </a:gsLst>
            <a:lin ang="0" scaled="0"/>
          </a:gradFill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94BC1758-BCD0-EFDE-D40D-3328166423D0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524256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강조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64538ECC-A452-5DE0-2C54-865A434A94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0" r="5270"/>
          <a:stretch/>
        </p:blipFill>
        <p:spPr>
          <a:xfrm>
            <a:off x="11860" y="0"/>
            <a:ext cx="12168280" cy="685800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2B7B3518-26CB-355D-7DB5-1B211E753BC1}"/>
              </a:ext>
            </a:extLst>
          </p:cNvPr>
          <p:cNvSpPr/>
          <p:nvPr userDrawn="1"/>
        </p:nvSpPr>
        <p:spPr>
          <a:xfrm>
            <a:off x="-11860" y="0"/>
            <a:ext cx="12192000" cy="6858000"/>
          </a:xfrm>
          <a:prstGeom prst="rect">
            <a:avLst/>
          </a:prstGeom>
          <a:solidFill>
            <a:schemeClr val="dk1">
              <a:alpha val="7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4">
            <a:extLst>
              <a:ext uri="{FF2B5EF4-FFF2-40B4-BE49-F238E27FC236}">
                <a16:creationId xmlns:a16="http://schemas.microsoft.com/office/drawing/2014/main" id="{46002F36-FFAD-B4D5-4A66-5C0A43DC4642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A4E287ED-A70F-A637-2193-59961888DCC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38438" y="374362"/>
            <a:ext cx="7688263" cy="195971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14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4C8EF82-2A0B-E9D3-036C-2352D68DEE6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38438" y="652173"/>
            <a:ext cx="7688263" cy="500352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buNone/>
              <a:defRPr sz="2200" b="1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내용을 입력해 주세요</a:t>
            </a:r>
          </a:p>
        </p:txBody>
      </p:sp>
    </p:spTree>
    <p:extLst>
      <p:ext uri="{BB962C8B-B14F-4D97-AF65-F5344CB8AC3E}">
        <p14:creationId xmlns:p14="http://schemas.microsoft.com/office/powerpoint/2010/main" val="1331130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FC620FB5-B821-DD9F-5C14-6B031E0169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51" b="68742"/>
          <a:stretch/>
        </p:blipFill>
        <p:spPr>
          <a:xfrm rot="5400000">
            <a:off x="-347201" y="272317"/>
            <a:ext cx="1831557" cy="1185564"/>
          </a:xfrm>
          <a:prstGeom prst="rect">
            <a:avLst/>
          </a:prstGeom>
        </p:spPr>
      </p:pic>
      <p:sp>
        <p:nvSpPr>
          <p:cNvPr id="15" name="Rectangle 6">
            <a:extLst>
              <a:ext uri="{FF2B5EF4-FFF2-40B4-BE49-F238E27FC236}">
                <a16:creationId xmlns:a16="http://schemas.microsoft.com/office/drawing/2014/main" id="{4F2F3662-5803-F093-0DD0-028CD7271654}"/>
              </a:ext>
            </a:extLst>
          </p:cNvPr>
          <p:cNvSpPr/>
          <p:nvPr userDrawn="1"/>
        </p:nvSpPr>
        <p:spPr>
          <a:xfrm>
            <a:off x="0" y="-2173"/>
            <a:ext cx="12192000" cy="45719"/>
          </a:xfrm>
          <a:prstGeom prst="rect">
            <a:avLst/>
          </a:prstGeom>
          <a:gradFill>
            <a:gsLst>
              <a:gs pos="100000">
                <a:srgbClr val="2DCCD3"/>
              </a:gs>
              <a:gs pos="0">
                <a:srgbClr val="147BD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C84D7C-145C-4AF9-76D0-7B1431CD2603}"/>
              </a:ext>
            </a:extLst>
          </p:cNvPr>
          <p:cNvSpPr txBox="1"/>
          <p:nvPr userDrawn="1"/>
        </p:nvSpPr>
        <p:spPr>
          <a:xfrm>
            <a:off x="5275256" y="6511765"/>
            <a:ext cx="404019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chemeClr val="bg2">
                    <a:lumMod val="90000"/>
                  </a:schemeClr>
                </a:solidFill>
              </a:rPr>
              <a:t>www.npit.co.kr | www.cadence.com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AEF28D-8886-7A1A-E40A-67F610580BDE}"/>
              </a:ext>
            </a:extLst>
          </p:cNvPr>
          <p:cNvSpPr txBox="1"/>
          <p:nvPr userDrawn="1"/>
        </p:nvSpPr>
        <p:spPr>
          <a:xfrm>
            <a:off x="779685" y="2899820"/>
            <a:ext cx="1614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Thank you.</a:t>
            </a:r>
            <a:endParaRPr lang="ko-KR" altLang="en-US" sz="2400" b="1" spc="-15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EBC1CFEA-8870-7DAA-E9D9-0153330F92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09" y="196937"/>
            <a:ext cx="1185562" cy="224451"/>
          </a:xfrm>
          <a:prstGeom prst="rect">
            <a:avLst/>
          </a:prstGeom>
        </p:spPr>
      </p:pic>
      <p:pic>
        <p:nvPicPr>
          <p:cNvPr id="6" name="Graphic 12">
            <a:extLst>
              <a:ext uri="{FF2B5EF4-FFF2-40B4-BE49-F238E27FC236}">
                <a16:creationId xmlns:a16="http://schemas.microsoft.com/office/drawing/2014/main" id="{ABF6BE7C-7BEB-9089-D842-E1FB93808A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9618" y="2663329"/>
            <a:ext cx="282262" cy="7527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062AFAA-FF6C-78BB-9FC5-DFD9466E0DAE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0083" y="1514526"/>
            <a:ext cx="2965031" cy="327968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D4D2F14-B0D6-8A92-0A8F-64B1949F8C4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739" t="12615"/>
          <a:stretch/>
        </p:blipFill>
        <p:spPr>
          <a:xfrm rot="10800000">
            <a:off x="10342616" y="3480709"/>
            <a:ext cx="1802600" cy="3333749"/>
          </a:xfrm>
          <a:prstGeom prst="rect">
            <a:avLst/>
          </a:prstGeom>
        </p:spPr>
      </p:pic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5C4E2205-6958-43AE-E6B8-60D61D53E91B}"/>
              </a:ext>
            </a:extLst>
          </p:cNvPr>
          <p:cNvSpPr txBox="1">
            <a:spLocks/>
          </p:cNvSpPr>
          <p:nvPr userDrawn="1"/>
        </p:nvSpPr>
        <p:spPr>
          <a:xfrm>
            <a:off x="9390799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536D7E8-4E64-4D6D-BDDF-219C8CEEFBA0}" type="slidenum">
              <a:rPr lang="ko-KR" altLang="en-US" sz="700" smtClean="0"/>
              <a:pPr/>
              <a:t>‹#›</a:t>
            </a:fld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2840066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217EF33-D600-989E-8A91-749A5D900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441B4B-84BC-1AF8-3E52-17240F744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EB88D-BBE7-6387-84B5-6EE90D94E1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BEC200-83C1-4365-A99F-86FD10E76130}" type="datetimeFigureOut">
              <a:rPr lang="ko-KR" altLang="en-US" smtClean="0"/>
              <a:t>2026-09-07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6A1E2B-77FA-7B7E-80BF-AD04C6721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93BC41-64C4-A681-82AC-FD8DCB42FA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6D7E8-4E64-4D6D-BDDF-219C8CEEFBA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715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51" r:id="rId2"/>
    <p:sldLayoutId id="2147483661" r:id="rId3"/>
    <p:sldLayoutId id="2147483670" r:id="rId4"/>
    <p:sldLayoutId id="2147483650" r:id="rId5"/>
    <p:sldLayoutId id="2147483669" r:id="rId6"/>
    <p:sldLayoutId id="2147483668" r:id="rId7"/>
    <p:sldLayoutId id="2147483666" r:id="rId8"/>
    <p:sldLayoutId id="2147483663" r:id="rId9"/>
    <p:sldLayoutId id="2147483662" r:id="rId10"/>
    <p:sldLayoutId id="2147483671" r:id="rId11"/>
    <p:sldLayoutId id="2147483659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it-for-windows/git/releases/download/v2.53.0.windows.1/Git-2.53.0-64-bit.exe" TargetMode="Externa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st.github.com/ihoneymon/652be052a0727ad5960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C89591-F99B-E9A0-5755-41D660F30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6155" y="3207777"/>
            <a:ext cx="7689344" cy="13055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sz="3600">
                <a:latin typeface="Arial" panose="020B0604020202020204" pitchFamily="34" charset="0"/>
                <a:cs typeface="Arial" panose="020B0604020202020204" pitchFamily="34" charset="0"/>
              </a:rPr>
              <a:t>SoC 100</a:t>
            </a:r>
            <a:br>
              <a:rPr lang="en-US" altLang="ko-KR" sz="3600" dirty="0">
                <a:latin typeface="+mj-lt"/>
              </a:rPr>
            </a:br>
            <a:endParaRPr lang="ko-KR" altLang="en-US" sz="3600" b="1" dirty="0">
              <a:latin typeface="+mj-lt"/>
            </a:endParaRPr>
          </a:p>
        </p:txBody>
      </p:sp>
      <p:sp>
        <p:nvSpPr>
          <p:cNvPr id="4" name="부제목 3">
            <a:extLst>
              <a:ext uri="{FF2B5EF4-FFF2-40B4-BE49-F238E27FC236}">
                <a16:creationId xmlns:a16="http://schemas.microsoft.com/office/drawing/2014/main" id="{A04821A0-9121-CBE3-449D-14D5A206EF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6155" y="4227902"/>
            <a:ext cx="7689344" cy="438950"/>
          </a:xfrm>
        </p:spPr>
        <p:txBody>
          <a:bodyPr/>
          <a:lstStyle/>
          <a:p>
            <a:r>
              <a:rPr lang="en-US" altLang="ko-KR" b="1" dirty="0"/>
              <a:t>Session3</a:t>
            </a:r>
            <a:r>
              <a:rPr lang="en-US" altLang="ko-KR" dirty="0"/>
              <a:t> : </a:t>
            </a:r>
            <a:r>
              <a:rPr lang="en-US" altLang="ko-KR" b="1" dirty="0"/>
              <a:t>G</a:t>
            </a:r>
            <a:r>
              <a:rPr lang="en-US" altLang="ko-KR" dirty="0"/>
              <a:t>it / </a:t>
            </a:r>
            <a:r>
              <a:rPr lang="en-US" altLang="ko-KR" b="1" dirty="0"/>
              <a:t>G</a:t>
            </a:r>
            <a:r>
              <a:rPr lang="en-US" altLang="ko-KR" dirty="0"/>
              <a:t>itHub </a:t>
            </a:r>
            <a:r>
              <a:rPr lang="en-US" altLang="ko-KR" b="1" dirty="0"/>
              <a:t>C</a:t>
            </a:r>
            <a:r>
              <a:rPr lang="en-US" altLang="ko-KR" dirty="0"/>
              <a:t>onfiguration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046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/>
          <a:lstStyle/>
          <a:p>
            <a:r>
              <a:rPr lang="en-US" dirty="0"/>
              <a:t>Without Source Control Management?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192ABC-DAA7-4192-960A-573DFDD12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84" y="1592495"/>
            <a:ext cx="2873379" cy="23335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7CA6DE-516F-4EF4-AC5F-DF4366BF85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665" y="1592495"/>
            <a:ext cx="3263317" cy="23675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CA38E1-B15B-4427-B49F-027CE1B1B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9481" y="1592496"/>
            <a:ext cx="2370590" cy="23705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876A77-A6CF-4C06-9D10-CD81DF7677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0256" y="2294751"/>
            <a:ext cx="929039" cy="929039"/>
          </a:xfrm>
          <a:prstGeom prst="rect">
            <a:avLst/>
          </a:prstGeom>
        </p:spPr>
      </p:pic>
      <p:sp>
        <p:nvSpPr>
          <p:cNvPr id="8" name="TextBox 11">
            <a:extLst>
              <a:ext uri="{FF2B5EF4-FFF2-40B4-BE49-F238E27FC236}">
                <a16:creationId xmlns:a16="http://schemas.microsoft.com/office/drawing/2014/main" id="{F76461A0-ECDE-416E-A849-A02B2F86B32C}"/>
              </a:ext>
            </a:extLst>
          </p:cNvPr>
          <p:cNvSpPr txBox="1"/>
          <p:nvPr/>
        </p:nvSpPr>
        <p:spPr>
          <a:xfrm>
            <a:off x="1879420" y="4266811"/>
            <a:ext cx="779890" cy="409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latin typeface="Lato Bold"/>
                <a:ea typeface="Lato Bold"/>
                <a:cs typeface="Lato Bold"/>
                <a:sym typeface="Lato Bold"/>
              </a:rPr>
              <a:t>Bad</a:t>
            </a:r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262BA553-EDBC-4D8A-B880-1CAAB08B947D}"/>
              </a:ext>
            </a:extLst>
          </p:cNvPr>
          <p:cNvSpPr txBox="1"/>
          <p:nvPr/>
        </p:nvSpPr>
        <p:spPr>
          <a:xfrm>
            <a:off x="4934410" y="4266810"/>
            <a:ext cx="1265053" cy="409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latin typeface="Lato Bold"/>
                <a:ea typeface="Lato Bold"/>
                <a:cs typeface="Lato Bold"/>
                <a:sym typeface="Lato Bold"/>
              </a:rPr>
              <a:t>Worse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12891B0F-312F-4A31-9A19-E7317E06D297}"/>
              </a:ext>
            </a:extLst>
          </p:cNvPr>
          <p:cNvSpPr txBox="1"/>
          <p:nvPr/>
        </p:nvSpPr>
        <p:spPr>
          <a:xfrm>
            <a:off x="8660256" y="4266810"/>
            <a:ext cx="1265053" cy="409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latin typeface="Lato Bold"/>
                <a:ea typeface="Lato Bold"/>
                <a:cs typeface="Lato Bold"/>
                <a:sym typeface="Lato Bold"/>
              </a:rPr>
              <a:t>Worst</a:t>
            </a:r>
          </a:p>
        </p:txBody>
      </p:sp>
    </p:spTree>
    <p:extLst>
      <p:ext uri="{BB962C8B-B14F-4D97-AF65-F5344CB8AC3E}">
        <p14:creationId xmlns:p14="http://schemas.microsoft.com/office/powerpoint/2010/main" val="1688255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/>
          <a:lstStyle/>
          <a:p>
            <a:r>
              <a:rPr lang="en-US" dirty="0"/>
              <a:t>How can SCM save our life?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1B0345-D855-4CD8-B906-C7812AF26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422" y="2191665"/>
            <a:ext cx="3278742" cy="22206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0BF348-EA30-4889-AF09-381812C2AF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0982" y="3012124"/>
            <a:ext cx="3250035" cy="83375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97A91E-6FF1-4D97-9AC2-3DEAAE5536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147" y="2777409"/>
            <a:ext cx="3537905" cy="1049198"/>
          </a:xfrm>
          <a:prstGeom prst="rect">
            <a:avLst/>
          </a:prstGeom>
        </p:spPr>
      </p:pic>
      <p:sp>
        <p:nvSpPr>
          <p:cNvPr id="9" name="TextBox 11">
            <a:extLst>
              <a:ext uri="{FF2B5EF4-FFF2-40B4-BE49-F238E27FC236}">
                <a16:creationId xmlns:a16="http://schemas.microsoft.com/office/drawing/2014/main" id="{2054A96D-104B-40E8-8559-5ADEBB80A1A3}"/>
              </a:ext>
            </a:extLst>
          </p:cNvPr>
          <p:cNvSpPr txBox="1"/>
          <p:nvPr/>
        </p:nvSpPr>
        <p:spPr>
          <a:xfrm>
            <a:off x="2256924" y="4412351"/>
            <a:ext cx="1014781" cy="409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latin typeface="Lato Bold"/>
                <a:ea typeface="Lato Bold"/>
                <a:cs typeface="Lato Bold"/>
                <a:sym typeface="Lato Bold"/>
              </a:rPr>
              <a:t>Good</a:t>
            </a:r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63FD637A-362B-4FBF-BB24-317ECCF2081A}"/>
              </a:ext>
            </a:extLst>
          </p:cNvPr>
          <p:cNvSpPr txBox="1"/>
          <p:nvPr/>
        </p:nvSpPr>
        <p:spPr>
          <a:xfrm>
            <a:off x="5711930" y="4412351"/>
            <a:ext cx="1014781" cy="409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latin typeface="Lato Bold"/>
                <a:ea typeface="Lato Bold"/>
                <a:cs typeface="Lato Bold"/>
                <a:sym typeface="Lato Bold"/>
              </a:rPr>
              <a:t>Better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2C0AD3C-9CAE-4C80-BE68-E0FDE4488F50}"/>
              </a:ext>
            </a:extLst>
          </p:cNvPr>
          <p:cNvSpPr txBox="1"/>
          <p:nvPr/>
        </p:nvSpPr>
        <p:spPr>
          <a:xfrm>
            <a:off x="9648321" y="4412350"/>
            <a:ext cx="1014781" cy="4095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2499" b="1" dirty="0">
                <a:latin typeface="Lato Bold"/>
                <a:ea typeface="Lato Bold"/>
                <a:cs typeface="Lato Bold"/>
                <a:sym typeface="Lato Bold"/>
              </a:rPr>
              <a:t>Best</a:t>
            </a:r>
          </a:p>
        </p:txBody>
      </p:sp>
    </p:spTree>
    <p:extLst>
      <p:ext uri="{BB962C8B-B14F-4D97-AF65-F5344CB8AC3E}">
        <p14:creationId xmlns:p14="http://schemas.microsoft.com/office/powerpoint/2010/main" val="2468576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/>
          <a:lstStyle/>
          <a:p>
            <a:r>
              <a:rPr lang="en-US" dirty="0"/>
              <a:t>Git</a:t>
            </a:r>
          </a:p>
        </p:txBody>
      </p:sp>
      <p:pic>
        <p:nvPicPr>
          <p:cNvPr id="1026" name="Picture 2" descr="1. Git, 버전관리란?">
            <a:extLst>
              <a:ext uri="{FF2B5EF4-FFF2-40B4-BE49-F238E27FC236}">
                <a16:creationId xmlns:a16="http://schemas.microsoft.com/office/drawing/2014/main" id="{3FB9BCC7-1E32-4CF8-8315-620D73132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9714" y="1210622"/>
            <a:ext cx="2399281" cy="1552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49AFEC0-86CD-42E2-B16E-4C9358859131}"/>
              </a:ext>
            </a:extLst>
          </p:cNvPr>
          <p:cNvSpPr txBox="1"/>
          <p:nvPr/>
        </p:nvSpPr>
        <p:spPr>
          <a:xfrm>
            <a:off x="5972961" y="1870421"/>
            <a:ext cx="5209564" cy="3959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소스코드나 데이터의 버전을 관리할 수 있는 시스템</a:t>
            </a:r>
            <a:r>
              <a:rPr lang="en-US" altLang="ko-KR" dirty="0"/>
              <a:t>(VCS: Version Control System)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내가 원하는 지점으로 프로젝트를 이동할 수 있음</a:t>
            </a:r>
            <a:r>
              <a:rPr lang="en-US" altLang="ko-KR" dirty="0"/>
              <a:t>(Revert)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협업 상황에서는 팀원이 많으므로 하나의 프로젝트를 동시에 완성하는 것이 필요</a:t>
            </a:r>
            <a:r>
              <a:rPr lang="en-US" altLang="ko-KR" dirty="0"/>
              <a:t>(Main-Branch)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여러 명이 동시에 하나의 프로젝트를 할 경우 각 작업자의 이력을 공유할 필요가 있음</a:t>
            </a:r>
            <a:r>
              <a:rPr lang="en-US" altLang="ko-KR" dirty="0"/>
              <a:t>(Traceability)</a:t>
            </a:r>
            <a:endParaRPr lang="en-US" dirty="0"/>
          </a:p>
        </p:txBody>
      </p:sp>
      <p:pic>
        <p:nvPicPr>
          <p:cNvPr id="26" name="Picture 2" descr="Image">
            <a:extLst>
              <a:ext uri="{FF2B5EF4-FFF2-40B4-BE49-F238E27FC236}">
                <a16:creationId xmlns:a16="http://schemas.microsoft.com/office/drawing/2014/main" id="{4F0C157B-D911-4DD4-87A1-45C1DA65E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7914" y="3319070"/>
            <a:ext cx="4236484" cy="1551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F068CC9-F816-4104-B053-C1F98139E450}"/>
              </a:ext>
            </a:extLst>
          </p:cNvPr>
          <p:cNvSpPr txBox="1"/>
          <p:nvPr/>
        </p:nvSpPr>
        <p:spPr>
          <a:xfrm>
            <a:off x="1468044" y="4956203"/>
            <a:ext cx="35569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bg2">
                    <a:lumMod val="75000"/>
                  </a:schemeClr>
                </a:solidFill>
              </a:rPr>
              <a:t>Source : “</a:t>
            </a:r>
            <a:r>
              <a:rPr lang="ko-KR" altLang="en-US" sz="800" dirty="0">
                <a:solidFill>
                  <a:schemeClr val="bg2">
                    <a:lumMod val="75000"/>
                  </a:schemeClr>
                </a:solidFill>
              </a:rPr>
              <a:t>팀 개발을 위한 </a:t>
            </a:r>
            <a:r>
              <a:rPr lang="en-US" altLang="ko-KR" sz="800" dirty="0">
                <a:solidFill>
                  <a:schemeClr val="bg2">
                    <a:lumMod val="75000"/>
                  </a:schemeClr>
                </a:solidFill>
              </a:rPr>
              <a:t>Git, GitHub </a:t>
            </a:r>
            <a:r>
              <a:rPr lang="ko-KR" altLang="en-US" sz="800" dirty="0">
                <a:solidFill>
                  <a:schemeClr val="bg2">
                    <a:lumMod val="75000"/>
                  </a:schemeClr>
                </a:solidFill>
              </a:rPr>
              <a:t>시작하기“</a:t>
            </a:r>
            <a:r>
              <a:rPr lang="en-US" altLang="ko-KR" sz="800" dirty="0">
                <a:solidFill>
                  <a:schemeClr val="bg2">
                    <a:lumMod val="75000"/>
                  </a:schemeClr>
                </a:solidFill>
              </a:rPr>
              <a:t>(</a:t>
            </a:r>
            <a:r>
              <a:rPr lang="ko-KR" altLang="en-US" sz="800" dirty="0">
                <a:solidFill>
                  <a:schemeClr val="bg2">
                    <a:lumMod val="75000"/>
                  </a:schemeClr>
                </a:solidFill>
              </a:rPr>
              <a:t>정호영</a:t>
            </a:r>
            <a:r>
              <a:rPr lang="en-US" altLang="ko-KR" sz="800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800" dirty="0" err="1">
                <a:solidFill>
                  <a:schemeClr val="bg2">
                    <a:lumMod val="75000"/>
                  </a:schemeClr>
                </a:solidFill>
              </a:rPr>
              <a:t>진유림</a:t>
            </a:r>
            <a:r>
              <a:rPr lang="en-US" altLang="ko-KR" sz="800" dirty="0">
                <a:solidFill>
                  <a:schemeClr val="bg2">
                    <a:lumMod val="75000"/>
                  </a:schemeClr>
                </a:solidFill>
              </a:rPr>
              <a:t>)</a:t>
            </a:r>
            <a:r>
              <a:rPr lang="ko-KR" altLang="en-US" sz="800" dirty="0">
                <a:solidFill>
                  <a:schemeClr val="bg2">
                    <a:lumMod val="75000"/>
                  </a:schemeClr>
                </a:solidFill>
              </a:rPr>
              <a:t> </a:t>
            </a:r>
            <a:endParaRPr lang="en-US" sz="8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618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/>
          <a:lstStyle/>
          <a:p>
            <a:r>
              <a:rPr lang="en-US" dirty="0"/>
              <a:t>Git Operation 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BBE7E3-63F4-47BD-AA4F-269A8F59E3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110" y="1430380"/>
            <a:ext cx="4808564" cy="277250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948F677-022F-4637-B4A6-428D8DB02973}"/>
              </a:ext>
            </a:extLst>
          </p:cNvPr>
          <p:cNvSpPr/>
          <p:nvPr/>
        </p:nvSpPr>
        <p:spPr>
          <a:xfrm>
            <a:off x="268448" y="1208015"/>
            <a:ext cx="3573710" cy="3246539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73A04F4F-22B9-426A-8728-D24677F14903}"/>
              </a:ext>
            </a:extLst>
          </p:cNvPr>
          <p:cNvSpPr txBox="1"/>
          <p:nvPr/>
        </p:nvSpPr>
        <p:spPr>
          <a:xfrm>
            <a:off x="1761611" y="4391779"/>
            <a:ext cx="1014781" cy="377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ko-KR" altLang="en-US" sz="1400" b="1" dirty="0">
                <a:latin typeface="Lato Bold"/>
                <a:ea typeface="Lato Bold"/>
                <a:cs typeface="Lato Bold"/>
                <a:sym typeface="Lato Bold"/>
              </a:rPr>
              <a:t>내 작업 </a:t>
            </a:r>
            <a:r>
              <a:rPr lang="en-US" altLang="ko-KR" sz="1400" b="1" dirty="0">
                <a:latin typeface="Lato Bold"/>
                <a:ea typeface="Lato Bold"/>
                <a:cs typeface="Lato Bold"/>
                <a:sym typeface="Lato Bold"/>
              </a:rPr>
              <a:t>PC</a:t>
            </a:r>
            <a:endParaRPr lang="en-US" sz="1400" b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CB2512-D35A-461A-B4BC-4B8B6BDE5CF1}"/>
              </a:ext>
            </a:extLst>
          </p:cNvPr>
          <p:cNvSpPr/>
          <p:nvPr/>
        </p:nvSpPr>
        <p:spPr>
          <a:xfrm>
            <a:off x="4061670" y="1208015"/>
            <a:ext cx="1391174" cy="3246539"/>
          </a:xfrm>
          <a:prstGeom prst="rect">
            <a:avLst/>
          </a:prstGeom>
          <a:noFill/>
          <a:ln>
            <a:solidFill>
              <a:srgbClr val="FFB71B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E92AAB6C-F49E-4E4D-B394-468A5F5354C2}"/>
              </a:ext>
            </a:extLst>
          </p:cNvPr>
          <p:cNvSpPr txBox="1"/>
          <p:nvPr/>
        </p:nvSpPr>
        <p:spPr>
          <a:xfrm>
            <a:off x="4535091" y="4391778"/>
            <a:ext cx="1014781" cy="377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ko-KR" altLang="en-US" sz="1400" b="1">
                <a:latin typeface="Lato Bold"/>
                <a:ea typeface="Lato Bold"/>
                <a:cs typeface="Lato Bold"/>
                <a:sym typeface="Lato Bold"/>
              </a:rPr>
              <a:t>서버</a:t>
            </a:r>
            <a:endParaRPr lang="en-US" sz="1400" b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grpSp>
        <p:nvGrpSpPr>
          <p:cNvPr id="11" name="Group 3">
            <a:extLst>
              <a:ext uri="{FF2B5EF4-FFF2-40B4-BE49-F238E27FC236}">
                <a16:creationId xmlns:a16="http://schemas.microsoft.com/office/drawing/2014/main" id="{B20E27BD-DA2C-4723-8C9F-3C6EA8847EBA}"/>
              </a:ext>
            </a:extLst>
          </p:cNvPr>
          <p:cNvGrpSpPr/>
          <p:nvPr/>
        </p:nvGrpSpPr>
        <p:grpSpPr>
          <a:xfrm>
            <a:off x="5735273" y="3177916"/>
            <a:ext cx="5942202" cy="251084"/>
            <a:chOff x="0" y="0"/>
            <a:chExt cx="4274726" cy="17130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4B04E0B4-37F2-4908-9D08-E8D2BCE905D7}"/>
                </a:ext>
              </a:extLst>
            </p:cNvPr>
            <p:cNvSpPr/>
            <p:nvPr/>
          </p:nvSpPr>
          <p:spPr>
            <a:xfrm>
              <a:off x="0" y="0"/>
              <a:ext cx="4274726" cy="171301"/>
            </a:xfrm>
            <a:custGeom>
              <a:avLst/>
              <a:gdLst/>
              <a:ahLst/>
              <a:cxnLst/>
              <a:rect l="l" t="t" r="r" b="b"/>
              <a:pathLst>
                <a:path w="4274726" h="171301">
                  <a:moveTo>
                    <a:pt x="28620" y="0"/>
                  </a:moveTo>
                  <a:lnTo>
                    <a:pt x="4246106" y="0"/>
                  </a:lnTo>
                  <a:cubicBezTo>
                    <a:pt x="4261912" y="0"/>
                    <a:pt x="4274726" y="12813"/>
                    <a:pt x="4274726" y="28620"/>
                  </a:cubicBezTo>
                  <a:lnTo>
                    <a:pt x="4274726" y="142682"/>
                  </a:lnTo>
                  <a:cubicBezTo>
                    <a:pt x="4274726" y="158488"/>
                    <a:pt x="4261912" y="171301"/>
                    <a:pt x="4246106" y="171301"/>
                  </a:cubicBezTo>
                  <a:lnTo>
                    <a:pt x="28620" y="171301"/>
                  </a:lnTo>
                  <a:cubicBezTo>
                    <a:pt x="12813" y="171301"/>
                    <a:pt x="0" y="158488"/>
                    <a:pt x="0" y="142682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13" name="TextBox 5">
              <a:extLst>
                <a:ext uri="{FF2B5EF4-FFF2-40B4-BE49-F238E27FC236}">
                  <a16:creationId xmlns:a16="http://schemas.microsoft.com/office/drawing/2014/main" id="{84ED78CF-F991-4B5C-9149-77BA599F4950}"/>
                </a:ext>
              </a:extLst>
            </p:cNvPr>
            <p:cNvSpPr txBox="1"/>
            <p:nvPr/>
          </p:nvSpPr>
          <p:spPr>
            <a:xfrm>
              <a:off x="0" y="-38100"/>
              <a:ext cx="4274726" cy="20940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14" name="Freeform 6">
            <a:extLst>
              <a:ext uri="{FF2B5EF4-FFF2-40B4-BE49-F238E27FC236}">
                <a16:creationId xmlns:a16="http://schemas.microsoft.com/office/drawing/2014/main" id="{33A18857-2155-4B91-BDCC-A803E4BCE3BC}"/>
              </a:ext>
            </a:extLst>
          </p:cNvPr>
          <p:cNvSpPr/>
          <p:nvPr/>
        </p:nvSpPr>
        <p:spPr>
          <a:xfrm>
            <a:off x="5837221" y="3156635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8" name="Freeform 6">
            <a:extLst>
              <a:ext uri="{FF2B5EF4-FFF2-40B4-BE49-F238E27FC236}">
                <a16:creationId xmlns:a16="http://schemas.microsoft.com/office/drawing/2014/main" id="{41B90F04-E0C4-41D0-9478-5175483DF654}"/>
              </a:ext>
            </a:extLst>
          </p:cNvPr>
          <p:cNvSpPr/>
          <p:nvPr/>
        </p:nvSpPr>
        <p:spPr>
          <a:xfrm>
            <a:off x="11243806" y="3156635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92C572CC-612E-4D25-957B-FBE9BE4B44DC}"/>
              </a:ext>
            </a:extLst>
          </p:cNvPr>
          <p:cNvSpPr/>
          <p:nvPr/>
        </p:nvSpPr>
        <p:spPr>
          <a:xfrm>
            <a:off x="9444983" y="3156635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20" name="Freeform 6">
            <a:extLst>
              <a:ext uri="{FF2B5EF4-FFF2-40B4-BE49-F238E27FC236}">
                <a16:creationId xmlns:a16="http://schemas.microsoft.com/office/drawing/2014/main" id="{716FB590-052B-4B12-9680-C66E498EC182}"/>
              </a:ext>
            </a:extLst>
          </p:cNvPr>
          <p:cNvSpPr/>
          <p:nvPr/>
        </p:nvSpPr>
        <p:spPr>
          <a:xfrm>
            <a:off x="7646160" y="3156635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9C14E06-558F-4248-A094-2EAADA629A28}"/>
              </a:ext>
            </a:extLst>
          </p:cNvPr>
          <p:cNvCxnSpPr>
            <a:cxnSpLocks/>
          </p:cNvCxnSpPr>
          <p:nvPr/>
        </p:nvCxnSpPr>
        <p:spPr>
          <a:xfrm>
            <a:off x="6472106" y="3275535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D9BDE69-6108-4376-BEF1-3760B1645AAB}"/>
              </a:ext>
            </a:extLst>
          </p:cNvPr>
          <p:cNvCxnSpPr>
            <a:cxnSpLocks/>
          </p:cNvCxnSpPr>
          <p:nvPr/>
        </p:nvCxnSpPr>
        <p:spPr>
          <a:xfrm>
            <a:off x="10072382" y="3272373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EE7764-2907-4D2D-9691-7BBF507A7F13}"/>
              </a:ext>
            </a:extLst>
          </p:cNvPr>
          <p:cNvCxnSpPr>
            <a:cxnSpLocks/>
          </p:cNvCxnSpPr>
          <p:nvPr/>
        </p:nvCxnSpPr>
        <p:spPr>
          <a:xfrm>
            <a:off x="8244147" y="3248604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" name="TextBox 11">
            <a:extLst>
              <a:ext uri="{FF2B5EF4-FFF2-40B4-BE49-F238E27FC236}">
                <a16:creationId xmlns:a16="http://schemas.microsoft.com/office/drawing/2014/main" id="{6451F8EB-6715-4DE3-8A94-718D0EEBB60E}"/>
              </a:ext>
            </a:extLst>
          </p:cNvPr>
          <p:cNvSpPr txBox="1"/>
          <p:nvPr/>
        </p:nvSpPr>
        <p:spPr>
          <a:xfrm>
            <a:off x="7761568" y="2573045"/>
            <a:ext cx="2245311" cy="377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Basic</a:t>
            </a:r>
            <a:r>
              <a:rPr lang="ko-KR" altLang="en-US" sz="1400" b="1" i="1" dirty="0"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altLang="ko-KR" sz="1400" b="1" i="1" dirty="0">
                <a:latin typeface="Lato Bold"/>
                <a:ea typeface="Lato Bold"/>
                <a:cs typeface="Lato Bold"/>
                <a:sym typeface="Lato Bold"/>
              </a:rPr>
              <a:t>Operation</a:t>
            </a:r>
            <a:r>
              <a:rPr lang="ko-KR" altLang="en-US" sz="1400" b="1" i="1" dirty="0"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altLang="ko-KR" sz="1400" b="1" i="1" dirty="0">
                <a:latin typeface="Lato Bold"/>
                <a:ea typeface="Lato Bold"/>
                <a:cs typeface="Lato Bold"/>
                <a:sym typeface="Lato Bold"/>
              </a:rPr>
              <a:t>Flow</a:t>
            </a:r>
            <a:endParaRPr lang="en-US" sz="1400" b="1" i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7A5F29F9-792C-426B-BA76-13FDEF866440}"/>
              </a:ext>
            </a:extLst>
          </p:cNvPr>
          <p:cNvSpPr txBox="1"/>
          <p:nvPr/>
        </p:nvSpPr>
        <p:spPr>
          <a:xfrm>
            <a:off x="5672318" y="3389931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Clone/Pull</a:t>
            </a: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EC151026-808A-4F5D-B81C-F9E2C6F50C20}"/>
              </a:ext>
            </a:extLst>
          </p:cNvPr>
          <p:cNvSpPr txBox="1"/>
          <p:nvPr/>
        </p:nvSpPr>
        <p:spPr>
          <a:xfrm>
            <a:off x="9234840" y="3385896"/>
            <a:ext cx="870211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Commit</a:t>
            </a:r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ABD39F57-60DE-45D8-BD4D-16D262AB7709}"/>
              </a:ext>
            </a:extLst>
          </p:cNvPr>
          <p:cNvSpPr txBox="1"/>
          <p:nvPr/>
        </p:nvSpPr>
        <p:spPr>
          <a:xfrm>
            <a:off x="7599588" y="3369627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Add</a:t>
            </a:r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603490FE-4541-4304-B2ED-EF2E993D66C4}"/>
              </a:ext>
            </a:extLst>
          </p:cNvPr>
          <p:cNvSpPr txBox="1"/>
          <p:nvPr/>
        </p:nvSpPr>
        <p:spPr>
          <a:xfrm>
            <a:off x="11112172" y="3385896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Push</a:t>
            </a:r>
          </a:p>
        </p:txBody>
      </p:sp>
    </p:spTree>
    <p:extLst>
      <p:ext uri="{BB962C8B-B14F-4D97-AF65-F5344CB8AC3E}">
        <p14:creationId xmlns:p14="http://schemas.microsoft.com/office/powerpoint/2010/main" val="2637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/>
          <a:lstStyle/>
          <a:p>
            <a:r>
              <a:rPr lang="en-US" dirty="0"/>
              <a:t>Git Basic Command(1) : Clone / Pull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7E2CD6E-BDFF-4B50-8260-87AB1B7331E3}"/>
              </a:ext>
            </a:extLst>
          </p:cNvPr>
          <p:cNvGrpSpPr/>
          <p:nvPr/>
        </p:nvGrpSpPr>
        <p:grpSpPr>
          <a:xfrm>
            <a:off x="391480" y="3177916"/>
            <a:ext cx="5942202" cy="251084"/>
            <a:chOff x="0" y="0"/>
            <a:chExt cx="4274726" cy="17130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9579325-ED53-41B6-B8EA-B3F1B3A515E5}"/>
                </a:ext>
              </a:extLst>
            </p:cNvPr>
            <p:cNvSpPr/>
            <p:nvPr/>
          </p:nvSpPr>
          <p:spPr>
            <a:xfrm>
              <a:off x="0" y="0"/>
              <a:ext cx="4274726" cy="171301"/>
            </a:xfrm>
            <a:custGeom>
              <a:avLst/>
              <a:gdLst/>
              <a:ahLst/>
              <a:cxnLst/>
              <a:rect l="l" t="t" r="r" b="b"/>
              <a:pathLst>
                <a:path w="4274726" h="171301">
                  <a:moveTo>
                    <a:pt x="28620" y="0"/>
                  </a:moveTo>
                  <a:lnTo>
                    <a:pt x="4246106" y="0"/>
                  </a:lnTo>
                  <a:cubicBezTo>
                    <a:pt x="4261912" y="0"/>
                    <a:pt x="4274726" y="12813"/>
                    <a:pt x="4274726" y="28620"/>
                  </a:cubicBezTo>
                  <a:lnTo>
                    <a:pt x="4274726" y="142682"/>
                  </a:lnTo>
                  <a:cubicBezTo>
                    <a:pt x="4274726" y="158488"/>
                    <a:pt x="4261912" y="171301"/>
                    <a:pt x="4246106" y="171301"/>
                  </a:cubicBezTo>
                  <a:lnTo>
                    <a:pt x="28620" y="171301"/>
                  </a:lnTo>
                  <a:cubicBezTo>
                    <a:pt x="12813" y="171301"/>
                    <a:pt x="0" y="158488"/>
                    <a:pt x="0" y="142682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19F4373-E7E5-4FC3-AB9A-902505DFD6AD}"/>
                </a:ext>
              </a:extLst>
            </p:cNvPr>
            <p:cNvSpPr txBox="1"/>
            <p:nvPr/>
          </p:nvSpPr>
          <p:spPr>
            <a:xfrm>
              <a:off x="0" y="-38100"/>
              <a:ext cx="4274726" cy="20940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56AD8090-54C2-466C-AE83-965FB56715E5}"/>
              </a:ext>
            </a:extLst>
          </p:cNvPr>
          <p:cNvSpPr/>
          <p:nvPr/>
        </p:nvSpPr>
        <p:spPr>
          <a:xfrm>
            <a:off x="493428" y="3156635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566719EA-CCAF-48A8-991C-369A059327B6}"/>
              </a:ext>
            </a:extLst>
          </p:cNvPr>
          <p:cNvSpPr/>
          <p:nvPr/>
        </p:nvSpPr>
        <p:spPr>
          <a:xfrm>
            <a:off x="5900013" y="3156635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9A337DE6-B56C-4377-9027-83A76259A094}"/>
              </a:ext>
            </a:extLst>
          </p:cNvPr>
          <p:cNvSpPr/>
          <p:nvPr/>
        </p:nvSpPr>
        <p:spPr>
          <a:xfrm>
            <a:off x="4101190" y="3156635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9EDB65A8-A288-4A83-BE5F-654A763924B5}"/>
              </a:ext>
            </a:extLst>
          </p:cNvPr>
          <p:cNvSpPr/>
          <p:nvPr/>
        </p:nvSpPr>
        <p:spPr>
          <a:xfrm>
            <a:off x="2302367" y="3156635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AFFE669-9559-4B20-A67F-653780DB8FDD}"/>
              </a:ext>
            </a:extLst>
          </p:cNvPr>
          <p:cNvCxnSpPr>
            <a:cxnSpLocks/>
          </p:cNvCxnSpPr>
          <p:nvPr/>
        </p:nvCxnSpPr>
        <p:spPr>
          <a:xfrm>
            <a:off x="1128313" y="3275535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B1FF6CD-F77E-4C1C-9B6C-06CCEA04E94A}"/>
              </a:ext>
            </a:extLst>
          </p:cNvPr>
          <p:cNvCxnSpPr>
            <a:cxnSpLocks/>
          </p:cNvCxnSpPr>
          <p:nvPr/>
        </p:nvCxnSpPr>
        <p:spPr>
          <a:xfrm>
            <a:off x="4728589" y="3272373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D4CF745-8833-4467-98AC-21F7F6859F34}"/>
              </a:ext>
            </a:extLst>
          </p:cNvPr>
          <p:cNvCxnSpPr>
            <a:cxnSpLocks/>
          </p:cNvCxnSpPr>
          <p:nvPr/>
        </p:nvCxnSpPr>
        <p:spPr>
          <a:xfrm>
            <a:off x="2900354" y="3248604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TextBox 11">
            <a:extLst>
              <a:ext uri="{FF2B5EF4-FFF2-40B4-BE49-F238E27FC236}">
                <a16:creationId xmlns:a16="http://schemas.microsoft.com/office/drawing/2014/main" id="{9798FC03-65B0-4935-9F27-63BAF90E49F8}"/>
              </a:ext>
            </a:extLst>
          </p:cNvPr>
          <p:cNvSpPr txBox="1"/>
          <p:nvPr/>
        </p:nvSpPr>
        <p:spPr>
          <a:xfrm>
            <a:off x="2417775" y="2573045"/>
            <a:ext cx="2245311" cy="377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Basic</a:t>
            </a:r>
            <a:r>
              <a:rPr lang="ko-KR" altLang="en-US" sz="1400" b="1" i="1" dirty="0"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altLang="ko-KR" sz="1400" b="1" i="1" dirty="0">
                <a:latin typeface="Lato Bold"/>
                <a:ea typeface="Lato Bold"/>
                <a:cs typeface="Lato Bold"/>
                <a:sym typeface="Lato Bold"/>
              </a:rPr>
              <a:t>Operation</a:t>
            </a:r>
            <a:r>
              <a:rPr lang="ko-KR" altLang="en-US" sz="1400" b="1" i="1" dirty="0"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altLang="ko-KR" sz="1400" b="1" i="1" dirty="0">
                <a:latin typeface="Lato Bold"/>
                <a:ea typeface="Lato Bold"/>
                <a:cs typeface="Lato Bold"/>
                <a:sym typeface="Lato Bold"/>
              </a:rPr>
              <a:t>Flow</a:t>
            </a:r>
            <a:endParaRPr lang="en-US" sz="1400" b="1" i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344D269A-5AE8-46B6-BAB7-DBA2762C29ED}"/>
              </a:ext>
            </a:extLst>
          </p:cNvPr>
          <p:cNvSpPr txBox="1"/>
          <p:nvPr/>
        </p:nvSpPr>
        <p:spPr>
          <a:xfrm>
            <a:off x="328525" y="3389931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Clone/Pull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C633B434-5E10-4C87-913B-86E0C999B682}"/>
              </a:ext>
            </a:extLst>
          </p:cNvPr>
          <p:cNvSpPr txBox="1"/>
          <p:nvPr/>
        </p:nvSpPr>
        <p:spPr>
          <a:xfrm>
            <a:off x="3891047" y="3385896"/>
            <a:ext cx="870211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Commit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AA9CA9D0-AEFA-4D79-BACC-50CA03D8F7F9}"/>
              </a:ext>
            </a:extLst>
          </p:cNvPr>
          <p:cNvSpPr txBox="1"/>
          <p:nvPr/>
        </p:nvSpPr>
        <p:spPr>
          <a:xfrm>
            <a:off x="2255795" y="3369627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Add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12D75593-164B-4432-879F-AE40895D0F7F}"/>
              </a:ext>
            </a:extLst>
          </p:cNvPr>
          <p:cNvSpPr txBox="1"/>
          <p:nvPr/>
        </p:nvSpPr>
        <p:spPr>
          <a:xfrm>
            <a:off x="5773567" y="3372883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Push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B057E6-E870-4347-ACAA-D5280F378843}"/>
              </a:ext>
            </a:extLst>
          </p:cNvPr>
          <p:cNvSpPr txBox="1"/>
          <p:nvPr/>
        </p:nvSpPr>
        <p:spPr>
          <a:xfrm>
            <a:off x="6572898" y="2420343"/>
            <a:ext cx="512567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Clone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원격 저장소에서 최초로 프로젝트를 가져와서 로컬과 연동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Pull : </a:t>
            </a:r>
            <a:r>
              <a:rPr lang="ko-KR" altLang="en-US" dirty="0"/>
              <a:t>원격 저장소에서 업데이트 된 내용을 가져 옴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Fork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원격 저장소에서 프로젝트를 가져오지만 로컬과 연동하지는 않음</a:t>
            </a:r>
            <a:r>
              <a:rPr lang="en-US" altLang="ko-KR" dirty="0"/>
              <a:t>(</a:t>
            </a:r>
            <a:r>
              <a:rPr lang="ko-KR" altLang="en-US" dirty="0"/>
              <a:t>복사</a:t>
            </a:r>
            <a:r>
              <a:rPr lang="en-US" altLang="ko-KR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7840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Git Basic Command(2) : Add</a:t>
            </a:r>
          </a:p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A1736C6-C91F-42CD-89E7-AF373D3DBDDB}"/>
              </a:ext>
            </a:extLst>
          </p:cNvPr>
          <p:cNvGrpSpPr/>
          <p:nvPr/>
        </p:nvGrpSpPr>
        <p:grpSpPr>
          <a:xfrm>
            <a:off x="425041" y="3303458"/>
            <a:ext cx="5942202" cy="251084"/>
            <a:chOff x="0" y="0"/>
            <a:chExt cx="4274726" cy="17130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5B45D56-7631-46E5-88C5-F6CA1925174E}"/>
                </a:ext>
              </a:extLst>
            </p:cNvPr>
            <p:cNvSpPr/>
            <p:nvPr/>
          </p:nvSpPr>
          <p:spPr>
            <a:xfrm>
              <a:off x="0" y="0"/>
              <a:ext cx="4274726" cy="171301"/>
            </a:xfrm>
            <a:custGeom>
              <a:avLst/>
              <a:gdLst/>
              <a:ahLst/>
              <a:cxnLst/>
              <a:rect l="l" t="t" r="r" b="b"/>
              <a:pathLst>
                <a:path w="4274726" h="171301">
                  <a:moveTo>
                    <a:pt x="28620" y="0"/>
                  </a:moveTo>
                  <a:lnTo>
                    <a:pt x="4246106" y="0"/>
                  </a:lnTo>
                  <a:cubicBezTo>
                    <a:pt x="4261912" y="0"/>
                    <a:pt x="4274726" y="12813"/>
                    <a:pt x="4274726" y="28620"/>
                  </a:cubicBezTo>
                  <a:lnTo>
                    <a:pt x="4274726" y="142682"/>
                  </a:lnTo>
                  <a:cubicBezTo>
                    <a:pt x="4274726" y="158488"/>
                    <a:pt x="4261912" y="171301"/>
                    <a:pt x="4246106" y="171301"/>
                  </a:cubicBezTo>
                  <a:lnTo>
                    <a:pt x="28620" y="171301"/>
                  </a:lnTo>
                  <a:cubicBezTo>
                    <a:pt x="12813" y="171301"/>
                    <a:pt x="0" y="158488"/>
                    <a:pt x="0" y="142682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55708B7-FDA1-48D0-8188-DDA62BDCD3C5}"/>
                </a:ext>
              </a:extLst>
            </p:cNvPr>
            <p:cNvSpPr txBox="1"/>
            <p:nvPr/>
          </p:nvSpPr>
          <p:spPr>
            <a:xfrm>
              <a:off x="0" y="-38100"/>
              <a:ext cx="4274726" cy="20940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27C74356-EA8C-47D6-8F10-80C5F1D28A16}"/>
              </a:ext>
            </a:extLst>
          </p:cNvPr>
          <p:cNvSpPr/>
          <p:nvPr/>
        </p:nvSpPr>
        <p:spPr>
          <a:xfrm>
            <a:off x="526989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1E0A1504-4308-4B46-BB8C-4748419B0F06}"/>
              </a:ext>
            </a:extLst>
          </p:cNvPr>
          <p:cNvSpPr/>
          <p:nvPr/>
        </p:nvSpPr>
        <p:spPr>
          <a:xfrm>
            <a:off x="5933574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BD6E98BB-416A-4EF9-B69E-838450F1F2BE}"/>
              </a:ext>
            </a:extLst>
          </p:cNvPr>
          <p:cNvSpPr/>
          <p:nvPr/>
        </p:nvSpPr>
        <p:spPr>
          <a:xfrm>
            <a:off x="4134751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3FD42ADA-6EA4-434D-A9AD-A57A5A1C31F6}"/>
              </a:ext>
            </a:extLst>
          </p:cNvPr>
          <p:cNvSpPr/>
          <p:nvPr/>
        </p:nvSpPr>
        <p:spPr>
          <a:xfrm>
            <a:off x="2335928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DEF3DE-25DE-4837-AA2C-51BAEA6CC1D8}"/>
              </a:ext>
            </a:extLst>
          </p:cNvPr>
          <p:cNvCxnSpPr>
            <a:cxnSpLocks/>
          </p:cNvCxnSpPr>
          <p:nvPr/>
        </p:nvCxnSpPr>
        <p:spPr>
          <a:xfrm>
            <a:off x="1161874" y="3401077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417B347-51EA-41C8-B23C-F22DCB82B295}"/>
              </a:ext>
            </a:extLst>
          </p:cNvPr>
          <p:cNvCxnSpPr>
            <a:cxnSpLocks/>
          </p:cNvCxnSpPr>
          <p:nvPr/>
        </p:nvCxnSpPr>
        <p:spPr>
          <a:xfrm>
            <a:off x="4762150" y="3397915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2ABD145-B1FA-4DD6-979E-A65B344D0F3F}"/>
              </a:ext>
            </a:extLst>
          </p:cNvPr>
          <p:cNvCxnSpPr>
            <a:cxnSpLocks/>
          </p:cNvCxnSpPr>
          <p:nvPr/>
        </p:nvCxnSpPr>
        <p:spPr>
          <a:xfrm>
            <a:off x="2933915" y="3374146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TextBox 11">
            <a:extLst>
              <a:ext uri="{FF2B5EF4-FFF2-40B4-BE49-F238E27FC236}">
                <a16:creationId xmlns:a16="http://schemas.microsoft.com/office/drawing/2014/main" id="{BC820518-51C4-450B-99D9-62CF75320BDA}"/>
              </a:ext>
            </a:extLst>
          </p:cNvPr>
          <p:cNvSpPr txBox="1"/>
          <p:nvPr/>
        </p:nvSpPr>
        <p:spPr>
          <a:xfrm>
            <a:off x="2444345" y="2687946"/>
            <a:ext cx="2245311" cy="377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Basic</a:t>
            </a:r>
            <a:r>
              <a:rPr lang="ko-KR" altLang="en-US" sz="1400" b="1" i="1" dirty="0"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altLang="ko-KR" sz="1400" b="1" i="1" dirty="0">
                <a:latin typeface="Lato Bold"/>
                <a:ea typeface="Lato Bold"/>
                <a:cs typeface="Lato Bold"/>
                <a:sym typeface="Lato Bold"/>
              </a:rPr>
              <a:t>Operation</a:t>
            </a:r>
            <a:r>
              <a:rPr lang="ko-KR" altLang="en-US" sz="1400" b="1" i="1" dirty="0"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altLang="ko-KR" sz="1400" b="1" i="1" dirty="0">
                <a:latin typeface="Lato Bold"/>
                <a:ea typeface="Lato Bold"/>
                <a:cs typeface="Lato Bold"/>
                <a:sym typeface="Lato Bold"/>
              </a:rPr>
              <a:t>Flow</a:t>
            </a:r>
            <a:endParaRPr lang="en-US" sz="1400" b="1" i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A378A2CD-C901-4E41-9BE5-3CB358969CE6}"/>
              </a:ext>
            </a:extLst>
          </p:cNvPr>
          <p:cNvSpPr txBox="1"/>
          <p:nvPr/>
        </p:nvSpPr>
        <p:spPr>
          <a:xfrm>
            <a:off x="362086" y="3515473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Clone/Pull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5C153500-C0A4-4308-9011-0E1CF57026D8}"/>
              </a:ext>
            </a:extLst>
          </p:cNvPr>
          <p:cNvSpPr txBox="1"/>
          <p:nvPr/>
        </p:nvSpPr>
        <p:spPr>
          <a:xfrm>
            <a:off x="3924608" y="3511438"/>
            <a:ext cx="870211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Commit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D590301C-D5E3-45F2-8593-98E702AF5949}"/>
              </a:ext>
            </a:extLst>
          </p:cNvPr>
          <p:cNvSpPr txBox="1"/>
          <p:nvPr/>
        </p:nvSpPr>
        <p:spPr>
          <a:xfrm>
            <a:off x="2289356" y="3495169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Add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8A36AF54-6BFF-4740-823C-83881ECECF17}"/>
              </a:ext>
            </a:extLst>
          </p:cNvPr>
          <p:cNvSpPr txBox="1"/>
          <p:nvPr/>
        </p:nvSpPr>
        <p:spPr>
          <a:xfrm>
            <a:off x="5807128" y="3511438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Push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44ED14-2005-44F4-B7AE-3E73A88DFDCC}"/>
              </a:ext>
            </a:extLst>
          </p:cNvPr>
          <p:cNvSpPr txBox="1"/>
          <p:nvPr/>
        </p:nvSpPr>
        <p:spPr>
          <a:xfrm>
            <a:off x="6785294" y="3213249"/>
            <a:ext cx="5125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버전을 추적할 파일 또는 디렉토리를 지정함</a:t>
            </a:r>
            <a:r>
              <a:rPr lang="en-US" altLang="ko-KR" dirty="0"/>
              <a:t>(Staging)</a:t>
            </a:r>
            <a:r>
              <a:rPr lang="ko-KR" altLang="en-US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877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Git Basic Command(3) : Commit</a:t>
            </a:r>
          </a:p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A1736C6-C91F-42CD-89E7-AF373D3DBDDB}"/>
              </a:ext>
            </a:extLst>
          </p:cNvPr>
          <p:cNvGrpSpPr/>
          <p:nvPr/>
        </p:nvGrpSpPr>
        <p:grpSpPr>
          <a:xfrm>
            <a:off x="425041" y="3303458"/>
            <a:ext cx="5942202" cy="251084"/>
            <a:chOff x="0" y="0"/>
            <a:chExt cx="4274726" cy="17130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5B45D56-7631-46E5-88C5-F6CA1925174E}"/>
                </a:ext>
              </a:extLst>
            </p:cNvPr>
            <p:cNvSpPr/>
            <p:nvPr/>
          </p:nvSpPr>
          <p:spPr>
            <a:xfrm>
              <a:off x="0" y="0"/>
              <a:ext cx="4274726" cy="171301"/>
            </a:xfrm>
            <a:custGeom>
              <a:avLst/>
              <a:gdLst/>
              <a:ahLst/>
              <a:cxnLst/>
              <a:rect l="l" t="t" r="r" b="b"/>
              <a:pathLst>
                <a:path w="4274726" h="171301">
                  <a:moveTo>
                    <a:pt x="28620" y="0"/>
                  </a:moveTo>
                  <a:lnTo>
                    <a:pt x="4246106" y="0"/>
                  </a:lnTo>
                  <a:cubicBezTo>
                    <a:pt x="4261912" y="0"/>
                    <a:pt x="4274726" y="12813"/>
                    <a:pt x="4274726" y="28620"/>
                  </a:cubicBezTo>
                  <a:lnTo>
                    <a:pt x="4274726" y="142682"/>
                  </a:lnTo>
                  <a:cubicBezTo>
                    <a:pt x="4274726" y="158488"/>
                    <a:pt x="4261912" y="171301"/>
                    <a:pt x="4246106" y="171301"/>
                  </a:cubicBezTo>
                  <a:lnTo>
                    <a:pt x="28620" y="171301"/>
                  </a:lnTo>
                  <a:cubicBezTo>
                    <a:pt x="12813" y="171301"/>
                    <a:pt x="0" y="158488"/>
                    <a:pt x="0" y="142682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55708B7-FDA1-48D0-8188-DDA62BDCD3C5}"/>
                </a:ext>
              </a:extLst>
            </p:cNvPr>
            <p:cNvSpPr txBox="1"/>
            <p:nvPr/>
          </p:nvSpPr>
          <p:spPr>
            <a:xfrm>
              <a:off x="0" y="-38100"/>
              <a:ext cx="4274726" cy="20940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27C74356-EA8C-47D6-8F10-80C5F1D28A16}"/>
              </a:ext>
            </a:extLst>
          </p:cNvPr>
          <p:cNvSpPr/>
          <p:nvPr/>
        </p:nvSpPr>
        <p:spPr>
          <a:xfrm>
            <a:off x="526989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1E0A1504-4308-4B46-BB8C-4748419B0F06}"/>
              </a:ext>
            </a:extLst>
          </p:cNvPr>
          <p:cNvSpPr/>
          <p:nvPr/>
        </p:nvSpPr>
        <p:spPr>
          <a:xfrm>
            <a:off x="5933574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BD6E98BB-416A-4EF9-B69E-838450F1F2BE}"/>
              </a:ext>
            </a:extLst>
          </p:cNvPr>
          <p:cNvSpPr/>
          <p:nvPr/>
        </p:nvSpPr>
        <p:spPr>
          <a:xfrm>
            <a:off x="4134751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3FD42ADA-6EA4-434D-A9AD-A57A5A1C31F6}"/>
              </a:ext>
            </a:extLst>
          </p:cNvPr>
          <p:cNvSpPr/>
          <p:nvPr/>
        </p:nvSpPr>
        <p:spPr>
          <a:xfrm>
            <a:off x="2335928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DEF3DE-25DE-4837-AA2C-51BAEA6CC1D8}"/>
              </a:ext>
            </a:extLst>
          </p:cNvPr>
          <p:cNvCxnSpPr>
            <a:cxnSpLocks/>
          </p:cNvCxnSpPr>
          <p:nvPr/>
        </p:nvCxnSpPr>
        <p:spPr>
          <a:xfrm>
            <a:off x="1161874" y="3401077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417B347-51EA-41C8-B23C-F22DCB82B295}"/>
              </a:ext>
            </a:extLst>
          </p:cNvPr>
          <p:cNvCxnSpPr>
            <a:cxnSpLocks/>
          </p:cNvCxnSpPr>
          <p:nvPr/>
        </p:nvCxnSpPr>
        <p:spPr>
          <a:xfrm>
            <a:off x="4762150" y="3397915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2ABD145-B1FA-4DD6-979E-A65B344D0F3F}"/>
              </a:ext>
            </a:extLst>
          </p:cNvPr>
          <p:cNvCxnSpPr>
            <a:cxnSpLocks/>
          </p:cNvCxnSpPr>
          <p:nvPr/>
        </p:nvCxnSpPr>
        <p:spPr>
          <a:xfrm>
            <a:off x="2933915" y="3374146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TextBox 11">
            <a:extLst>
              <a:ext uri="{FF2B5EF4-FFF2-40B4-BE49-F238E27FC236}">
                <a16:creationId xmlns:a16="http://schemas.microsoft.com/office/drawing/2014/main" id="{BC820518-51C4-450B-99D9-62CF75320BDA}"/>
              </a:ext>
            </a:extLst>
          </p:cNvPr>
          <p:cNvSpPr txBox="1"/>
          <p:nvPr/>
        </p:nvSpPr>
        <p:spPr>
          <a:xfrm>
            <a:off x="2444345" y="2687946"/>
            <a:ext cx="2245311" cy="377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Basic</a:t>
            </a:r>
            <a:r>
              <a:rPr lang="ko-KR" altLang="en-US" sz="1400" b="1" i="1" dirty="0"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altLang="ko-KR" sz="1400" b="1" i="1" dirty="0">
                <a:latin typeface="Lato Bold"/>
                <a:ea typeface="Lato Bold"/>
                <a:cs typeface="Lato Bold"/>
                <a:sym typeface="Lato Bold"/>
              </a:rPr>
              <a:t>Operation</a:t>
            </a:r>
            <a:r>
              <a:rPr lang="ko-KR" altLang="en-US" sz="1400" b="1" i="1" dirty="0"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altLang="ko-KR" sz="1400" b="1" i="1" dirty="0">
                <a:latin typeface="Lato Bold"/>
                <a:ea typeface="Lato Bold"/>
                <a:cs typeface="Lato Bold"/>
                <a:sym typeface="Lato Bold"/>
              </a:rPr>
              <a:t>Flow</a:t>
            </a:r>
            <a:endParaRPr lang="en-US" sz="1400" b="1" i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A378A2CD-C901-4E41-9BE5-3CB358969CE6}"/>
              </a:ext>
            </a:extLst>
          </p:cNvPr>
          <p:cNvSpPr txBox="1"/>
          <p:nvPr/>
        </p:nvSpPr>
        <p:spPr>
          <a:xfrm>
            <a:off x="362086" y="3515473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Clone/Pull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5C153500-C0A4-4308-9011-0E1CF57026D8}"/>
              </a:ext>
            </a:extLst>
          </p:cNvPr>
          <p:cNvSpPr txBox="1"/>
          <p:nvPr/>
        </p:nvSpPr>
        <p:spPr>
          <a:xfrm>
            <a:off x="3924608" y="3511438"/>
            <a:ext cx="870211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Commit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D590301C-D5E3-45F2-8593-98E702AF5949}"/>
              </a:ext>
            </a:extLst>
          </p:cNvPr>
          <p:cNvSpPr txBox="1"/>
          <p:nvPr/>
        </p:nvSpPr>
        <p:spPr>
          <a:xfrm>
            <a:off x="2289356" y="3495169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Add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8A36AF54-6BFF-4740-823C-83881ECECF17}"/>
              </a:ext>
            </a:extLst>
          </p:cNvPr>
          <p:cNvSpPr txBox="1"/>
          <p:nvPr/>
        </p:nvSpPr>
        <p:spPr>
          <a:xfrm>
            <a:off x="5807128" y="3511438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Push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44ED14-2005-44F4-B7AE-3E73A88DFDCC}"/>
              </a:ext>
            </a:extLst>
          </p:cNvPr>
          <p:cNvSpPr txBox="1"/>
          <p:nvPr/>
        </p:nvSpPr>
        <p:spPr>
          <a:xfrm>
            <a:off x="6785294" y="3213249"/>
            <a:ext cx="51256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Commit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변경한 파일의 버전을 만듦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Commit Message : </a:t>
            </a:r>
            <a:r>
              <a:rPr lang="ko-KR" altLang="en-US" dirty="0"/>
              <a:t>새로 만든 버전에 기록을 남김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386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Git Basic Command(3) : Push</a:t>
            </a:r>
          </a:p>
          <a:p>
            <a:endParaRPr lang="en-US" dirty="0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A1736C6-C91F-42CD-89E7-AF373D3DBDDB}"/>
              </a:ext>
            </a:extLst>
          </p:cNvPr>
          <p:cNvGrpSpPr/>
          <p:nvPr/>
        </p:nvGrpSpPr>
        <p:grpSpPr>
          <a:xfrm>
            <a:off x="425041" y="3303458"/>
            <a:ext cx="5942202" cy="251084"/>
            <a:chOff x="0" y="0"/>
            <a:chExt cx="4274726" cy="17130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5B45D56-7631-46E5-88C5-F6CA1925174E}"/>
                </a:ext>
              </a:extLst>
            </p:cNvPr>
            <p:cNvSpPr/>
            <p:nvPr/>
          </p:nvSpPr>
          <p:spPr>
            <a:xfrm>
              <a:off x="0" y="0"/>
              <a:ext cx="4274726" cy="171301"/>
            </a:xfrm>
            <a:custGeom>
              <a:avLst/>
              <a:gdLst/>
              <a:ahLst/>
              <a:cxnLst/>
              <a:rect l="l" t="t" r="r" b="b"/>
              <a:pathLst>
                <a:path w="4274726" h="171301">
                  <a:moveTo>
                    <a:pt x="28620" y="0"/>
                  </a:moveTo>
                  <a:lnTo>
                    <a:pt x="4246106" y="0"/>
                  </a:lnTo>
                  <a:cubicBezTo>
                    <a:pt x="4261912" y="0"/>
                    <a:pt x="4274726" y="12813"/>
                    <a:pt x="4274726" y="28620"/>
                  </a:cubicBezTo>
                  <a:lnTo>
                    <a:pt x="4274726" y="142682"/>
                  </a:lnTo>
                  <a:cubicBezTo>
                    <a:pt x="4274726" y="158488"/>
                    <a:pt x="4261912" y="171301"/>
                    <a:pt x="4246106" y="171301"/>
                  </a:cubicBezTo>
                  <a:lnTo>
                    <a:pt x="28620" y="171301"/>
                  </a:lnTo>
                  <a:cubicBezTo>
                    <a:pt x="12813" y="171301"/>
                    <a:pt x="0" y="158488"/>
                    <a:pt x="0" y="142682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55708B7-FDA1-48D0-8188-DDA62BDCD3C5}"/>
                </a:ext>
              </a:extLst>
            </p:cNvPr>
            <p:cNvSpPr txBox="1"/>
            <p:nvPr/>
          </p:nvSpPr>
          <p:spPr>
            <a:xfrm>
              <a:off x="0" y="-38100"/>
              <a:ext cx="4274726" cy="20940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27C74356-EA8C-47D6-8F10-80C5F1D28A16}"/>
              </a:ext>
            </a:extLst>
          </p:cNvPr>
          <p:cNvSpPr/>
          <p:nvPr/>
        </p:nvSpPr>
        <p:spPr>
          <a:xfrm>
            <a:off x="526989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1E0A1504-4308-4B46-BB8C-4748419B0F06}"/>
              </a:ext>
            </a:extLst>
          </p:cNvPr>
          <p:cNvSpPr/>
          <p:nvPr/>
        </p:nvSpPr>
        <p:spPr>
          <a:xfrm>
            <a:off x="5933574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BD6E98BB-416A-4EF9-B69E-838450F1F2BE}"/>
              </a:ext>
            </a:extLst>
          </p:cNvPr>
          <p:cNvSpPr/>
          <p:nvPr/>
        </p:nvSpPr>
        <p:spPr>
          <a:xfrm>
            <a:off x="4134751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3FD42ADA-6EA4-434D-A9AD-A57A5A1C31F6}"/>
              </a:ext>
            </a:extLst>
          </p:cNvPr>
          <p:cNvSpPr/>
          <p:nvPr/>
        </p:nvSpPr>
        <p:spPr>
          <a:xfrm>
            <a:off x="2335928" y="3282177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DDEF3DE-25DE-4837-AA2C-51BAEA6CC1D8}"/>
              </a:ext>
            </a:extLst>
          </p:cNvPr>
          <p:cNvCxnSpPr>
            <a:cxnSpLocks/>
          </p:cNvCxnSpPr>
          <p:nvPr/>
        </p:nvCxnSpPr>
        <p:spPr>
          <a:xfrm>
            <a:off x="1161874" y="3401077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417B347-51EA-41C8-B23C-F22DCB82B295}"/>
              </a:ext>
            </a:extLst>
          </p:cNvPr>
          <p:cNvCxnSpPr>
            <a:cxnSpLocks/>
          </p:cNvCxnSpPr>
          <p:nvPr/>
        </p:nvCxnSpPr>
        <p:spPr>
          <a:xfrm>
            <a:off x="4762150" y="3397915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2ABD145-B1FA-4DD6-979E-A65B344D0F3F}"/>
              </a:ext>
            </a:extLst>
          </p:cNvPr>
          <p:cNvCxnSpPr>
            <a:cxnSpLocks/>
          </p:cNvCxnSpPr>
          <p:nvPr/>
        </p:nvCxnSpPr>
        <p:spPr>
          <a:xfrm>
            <a:off x="2933915" y="3374146"/>
            <a:ext cx="7508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TextBox 11">
            <a:extLst>
              <a:ext uri="{FF2B5EF4-FFF2-40B4-BE49-F238E27FC236}">
                <a16:creationId xmlns:a16="http://schemas.microsoft.com/office/drawing/2014/main" id="{BC820518-51C4-450B-99D9-62CF75320BDA}"/>
              </a:ext>
            </a:extLst>
          </p:cNvPr>
          <p:cNvSpPr txBox="1"/>
          <p:nvPr/>
        </p:nvSpPr>
        <p:spPr>
          <a:xfrm>
            <a:off x="2444345" y="2687946"/>
            <a:ext cx="2245311" cy="377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Basic</a:t>
            </a:r>
            <a:r>
              <a:rPr lang="ko-KR" altLang="en-US" sz="1400" b="1" i="1" dirty="0"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altLang="ko-KR" sz="1400" b="1" i="1" dirty="0">
                <a:latin typeface="Lato Bold"/>
                <a:ea typeface="Lato Bold"/>
                <a:cs typeface="Lato Bold"/>
                <a:sym typeface="Lato Bold"/>
              </a:rPr>
              <a:t>Operation</a:t>
            </a:r>
            <a:r>
              <a:rPr lang="ko-KR" altLang="en-US" sz="1400" b="1" i="1" dirty="0">
                <a:latin typeface="Lato Bold"/>
                <a:ea typeface="Lato Bold"/>
                <a:cs typeface="Lato Bold"/>
                <a:sym typeface="Lato Bold"/>
              </a:rPr>
              <a:t> </a:t>
            </a:r>
            <a:r>
              <a:rPr lang="en-US" altLang="ko-KR" sz="1400" b="1" i="1" dirty="0">
                <a:latin typeface="Lato Bold"/>
                <a:ea typeface="Lato Bold"/>
                <a:cs typeface="Lato Bold"/>
                <a:sym typeface="Lato Bold"/>
              </a:rPr>
              <a:t>Flow</a:t>
            </a:r>
            <a:endParaRPr lang="en-US" sz="1400" b="1" i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A378A2CD-C901-4E41-9BE5-3CB358969CE6}"/>
              </a:ext>
            </a:extLst>
          </p:cNvPr>
          <p:cNvSpPr txBox="1"/>
          <p:nvPr/>
        </p:nvSpPr>
        <p:spPr>
          <a:xfrm>
            <a:off x="362086" y="3515473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Clone/Pull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5C153500-C0A4-4308-9011-0E1CF57026D8}"/>
              </a:ext>
            </a:extLst>
          </p:cNvPr>
          <p:cNvSpPr txBox="1"/>
          <p:nvPr/>
        </p:nvSpPr>
        <p:spPr>
          <a:xfrm>
            <a:off x="3924608" y="3511438"/>
            <a:ext cx="870211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Commit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D590301C-D5E3-45F2-8593-98E702AF5949}"/>
              </a:ext>
            </a:extLst>
          </p:cNvPr>
          <p:cNvSpPr txBox="1"/>
          <p:nvPr/>
        </p:nvSpPr>
        <p:spPr>
          <a:xfrm>
            <a:off x="2289356" y="3495169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solidFill>
                  <a:schemeClr val="bg2">
                    <a:lumMod val="90000"/>
                  </a:schemeClr>
                </a:solidFill>
                <a:latin typeface="Lato Bold"/>
                <a:ea typeface="Lato Bold"/>
                <a:cs typeface="Lato Bold"/>
                <a:sym typeface="Lato Bold"/>
              </a:rPr>
              <a:t>Add</a:t>
            </a:r>
          </a:p>
        </p:txBody>
      </p:sp>
      <p:sp>
        <p:nvSpPr>
          <p:cNvPr id="18" name="TextBox 11">
            <a:extLst>
              <a:ext uri="{FF2B5EF4-FFF2-40B4-BE49-F238E27FC236}">
                <a16:creationId xmlns:a16="http://schemas.microsoft.com/office/drawing/2014/main" id="{8A36AF54-6BFF-4740-823C-83881ECECF17}"/>
              </a:ext>
            </a:extLst>
          </p:cNvPr>
          <p:cNvSpPr txBox="1"/>
          <p:nvPr/>
        </p:nvSpPr>
        <p:spPr>
          <a:xfrm>
            <a:off x="5807128" y="3511438"/>
            <a:ext cx="988542" cy="37721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Push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44ED14-2005-44F4-B7AE-3E73A88DFDCC}"/>
              </a:ext>
            </a:extLst>
          </p:cNvPr>
          <p:cNvSpPr txBox="1"/>
          <p:nvPr/>
        </p:nvSpPr>
        <p:spPr>
          <a:xfrm>
            <a:off x="6785294" y="3213249"/>
            <a:ext cx="51256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Push : </a:t>
            </a:r>
            <a:r>
              <a:rPr lang="ko-KR" altLang="en-US" dirty="0"/>
              <a:t>로컬에서 완성한 버전을 원격 저장소로 보냄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057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/>
          <a:lstStyle/>
          <a:p>
            <a:r>
              <a:rPr lang="en-US" dirty="0"/>
              <a:t>GitHub : Open Source Repository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373E0F-E621-4FF3-8A1D-C99F86ACD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464" y="1620036"/>
            <a:ext cx="4803661" cy="26948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B96F52-E537-4088-B4AE-D48E0E824A91}"/>
              </a:ext>
            </a:extLst>
          </p:cNvPr>
          <p:cNvSpPr txBox="1"/>
          <p:nvPr/>
        </p:nvSpPr>
        <p:spPr>
          <a:xfrm>
            <a:off x="555884" y="4602340"/>
            <a:ext cx="69646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세계적으로 가장 많이 사용하는 </a:t>
            </a:r>
            <a:r>
              <a:rPr lang="en-US" altLang="ko-KR" dirty="0"/>
              <a:t>Open Source </a:t>
            </a:r>
            <a:r>
              <a:rPr lang="ko-KR" altLang="en-US" dirty="0"/>
              <a:t>기반 협업 저장소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제작한 프로젝트를 포트폴리오로 만들기에 편리함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타인의 프로젝트를 참조하고 참여함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93C8FF-D65F-4C58-8610-A746417EE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3304" y="1620036"/>
            <a:ext cx="3091653" cy="395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877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/>
          <a:lstStyle/>
          <a:p>
            <a:r>
              <a:rPr lang="en-US" dirty="0"/>
              <a:t>Who is better for you, CLI or GUI?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533474-76D5-483F-8520-B046AABE13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50" y="2123514"/>
            <a:ext cx="4463643" cy="23729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5D3689-178C-4C73-96A9-F0C4C0030B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5671" y="2123514"/>
            <a:ext cx="4289173" cy="2372985"/>
          </a:xfrm>
          <a:prstGeom prst="rect">
            <a:avLst/>
          </a:prstGeom>
        </p:spPr>
      </p:pic>
      <p:sp>
        <p:nvSpPr>
          <p:cNvPr id="7" name="TextBox 11">
            <a:extLst>
              <a:ext uri="{FF2B5EF4-FFF2-40B4-BE49-F238E27FC236}">
                <a16:creationId xmlns:a16="http://schemas.microsoft.com/office/drawing/2014/main" id="{A60A47EE-5130-4320-A3B1-8D8E69156457}"/>
              </a:ext>
            </a:extLst>
          </p:cNvPr>
          <p:cNvSpPr txBox="1"/>
          <p:nvPr/>
        </p:nvSpPr>
        <p:spPr>
          <a:xfrm>
            <a:off x="1376080" y="4496499"/>
            <a:ext cx="3170753" cy="377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CLI(Command Line Interface)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BE90E8E0-682E-446C-B5F8-8F5E1B6BE9D1}"/>
              </a:ext>
            </a:extLst>
          </p:cNvPr>
          <p:cNvSpPr txBox="1"/>
          <p:nvPr/>
        </p:nvSpPr>
        <p:spPr>
          <a:xfrm>
            <a:off x="6561875" y="4496499"/>
            <a:ext cx="3170753" cy="377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GUI(Graphical User Interface)</a:t>
            </a:r>
          </a:p>
        </p:txBody>
      </p:sp>
    </p:spTree>
    <p:extLst>
      <p:ext uri="{BB962C8B-B14F-4D97-AF65-F5344CB8AC3E}">
        <p14:creationId xmlns:p14="http://schemas.microsoft.com/office/powerpoint/2010/main" val="569499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/>
          <a:lstStyle/>
          <a:p>
            <a:r>
              <a:rPr lang="en-US" dirty="0"/>
              <a:t>Git Setup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181ECC0-EE7E-4950-8CDB-24466CDE7ECE}"/>
              </a:ext>
            </a:extLst>
          </p:cNvPr>
          <p:cNvGrpSpPr/>
          <p:nvPr/>
        </p:nvGrpSpPr>
        <p:grpSpPr>
          <a:xfrm rot="5400000">
            <a:off x="-617981" y="3064142"/>
            <a:ext cx="3649194" cy="251084"/>
            <a:chOff x="0" y="0"/>
            <a:chExt cx="4274726" cy="17130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DDAB203-C5B9-42BD-B996-BC720AB40C4D}"/>
                </a:ext>
              </a:extLst>
            </p:cNvPr>
            <p:cNvSpPr/>
            <p:nvPr/>
          </p:nvSpPr>
          <p:spPr>
            <a:xfrm>
              <a:off x="0" y="0"/>
              <a:ext cx="4274726" cy="171301"/>
            </a:xfrm>
            <a:custGeom>
              <a:avLst/>
              <a:gdLst/>
              <a:ahLst/>
              <a:cxnLst/>
              <a:rect l="l" t="t" r="r" b="b"/>
              <a:pathLst>
                <a:path w="4274726" h="171301">
                  <a:moveTo>
                    <a:pt x="28620" y="0"/>
                  </a:moveTo>
                  <a:lnTo>
                    <a:pt x="4246106" y="0"/>
                  </a:lnTo>
                  <a:cubicBezTo>
                    <a:pt x="4261912" y="0"/>
                    <a:pt x="4274726" y="12813"/>
                    <a:pt x="4274726" y="28620"/>
                  </a:cubicBezTo>
                  <a:lnTo>
                    <a:pt x="4274726" y="142682"/>
                  </a:lnTo>
                  <a:cubicBezTo>
                    <a:pt x="4274726" y="158488"/>
                    <a:pt x="4261912" y="171301"/>
                    <a:pt x="4246106" y="171301"/>
                  </a:cubicBezTo>
                  <a:lnTo>
                    <a:pt x="28620" y="171301"/>
                  </a:lnTo>
                  <a:cubicBezTo>
                    <a:pt x="12813" y="171301"/>
                    <a:pt x="0" y="158488"/>
                    <a:pt x="0" y="142682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710481-F61B-45DA-BA72-629706F81262}"/>
                </a:ext>
              </a:extLst>
            </p:cNvPr>
            <p:cNvSpPr txBox="1"/>
            <p:nvPr/>
          </p:nvSpPr>
          <p:spPr>
            <a:xfrm>
              <a:off x="0" y="-38100"/>
              <a:ext cx="4274726" cy="20940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A317F72E-AC76-44BC-88A4-D3DC07FB762F}"/>
              </a:ext>
            </a:extLst>
          </p:cNvPr>
          <p:cNvSpPr/>
          <p:nvPr/>
        </p:nvSpPr>
        <p:spPr>
          <a:xfrm>
            <a:off x="1126121" y="1493323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776E53C7-4EC7-4F14-B86B-11C63A5FD6FA}"/>
              </a:ext>
            </a:extLst>
          </p:cNvPr>
          <p:cNvSpPr/>
          <p:nvPr/>
        </p:nvSpPr>
        <p:spPr>
          <a:xfrm>
            <a:off x="1115324" y="4599249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7F87D8C6-0DF6-4BA6-B4EC-69835EF12160}"/>
              </a:ext>
            </a:extLst>
          </p:cNvPr>
          <p:cNvSpPr/>
          <p:nvPr/>
        </p:nvSpPr>
        <p:spPr>
          <a:xfrm>
            <a:off x="1126121" y="3481061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EFA0AD1-22F7-40DB-901B-BC9B46C5DD64}"/>
              </a:ext>
            </a:extLst>
          </p:cNvPr>
          <p:cNvSpPr/>
          <p:nvPr/>
        </p:nvSpPr>
        <p:spPr>
          <a:xfrm>
            <a:off x="1115324" y="2487192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05D915-129E-4F27-828F-757D7F53DB9B}"/>
              </a:ext>
            </a:extLst>
          </p:cNvPr>
          <p:cNvCxnSpPr>
            <a:cxnSpLocks/>
          </p:cNvCxnSpPr>
          <p:nvPr/>
        </p:nvCxnSpPr>
        <p:spPr>
          <a:xfrm>
            <a:off x="1223741" y="1807421"/>
            <a:ext cx="0" cy="5277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TextBox 11">
            <a:extLst>
              <a:ext uri="{FF2B5EF4-FFF2-40B4-BE49-F238E27FC236}">
                <a16:creationId xmlns:a16="http://schemas.microsoft.com/office/drawing/2014/main" id="{61ADD965-351B-47B0-B0A6-25AF59C80673}"/>
              </a:ext>
            </a:extLst>
          </p:cNvPr>
          <p:cNvSpPr txBox="1"/>
          <p:nvPr/>
        </p:nvSpPr>
        <p:spPr>
          <a:xfrm>
            <a:off x="1628822" y="1364927"/>
            <a:ext cx="2062333" cy="37753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Install</a:t>
            </a: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 : </a:t>
            </a: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  <a:hlinkClick r:id="rId2"/>
              </a:rPr>
              <a:t>[Download]</a:t>
            </a:r>
            <a:endParaRPr lang="en-US" sz="1400" b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055863A7-8B42-4D0B-857B-62BE381C22D7}"/>
              </a:ext>
            </a:extLst>
          </p:cNvPr>
          <p:cNvSpPr txBox="1"/>
          <p:nvPr/>
        </p:nvSpPr>
        <p:spPr>
          <a:xfrm>
            <a:off x="1628823" y="2335058"/>
            <a:ext cx="6198105" cy="37753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Git Bash Command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015E49F0-7725-45FD-BA92-EC5F4FD55278}"/>
              </a:ext>
            </a:extLst>
          </p:cNvPr>
          <p:cNvSpPr txBox="1"/>
          <p:nvPr/>
        </p:nvSpPr>
        <p:spPr>
          <a:xfrm>
            <a:off x="1628822" y="3292291"/>
            <a:ext cx="6438926" cy="37753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SSH Key Generation </a:t>
            </a: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:  </a:t>
            </a:r>
            <a:r>
              <a:rPr lang="en-US" sz="1400" b="1" dirty="0" err="1">
                <a:latin typeface="Lato Bold"/>
                <a:ea typeface="Lato Bold"/>
                <a:cs typeface="Lato Bold"/>
                <a:sym typeface="Lato Bold"/>
              </a:rPr>
              <a:t>ssh</a:t>
            </a: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-keygen –t </a:t>
            </a:r>
            <a:r>
              <a:rPr lang="en-US" sz="1400" b="1" dirty="0" err="1">
                <a:latin typeface="Lato Bold"/>
                <a:ea typeface="Lato Bold"/>
                <a:cs typeface="Lato Bold"/>
                <a:sym typeface="Lato Bold"/>
              </a:rPr>
              <a:t>rsa</a:t>
            </a: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 –b 4096 –C “</a:t>
            </a:r>
            <a:r>
              <a:rPr lang="en-US" sz="1400" b="1" dirty="0" err="1">
                <a:latin typeface="Lato Bold"/>
                <a:ea typeface="Lato Bold"/>
                <a:cs typeface="Lato Bold"/>
                <a:sym typeface="Lato Bold"/>
              </a:rPr>
              <a:t>e-mail@example</a:t>
            </a: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”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A1E7E3B9-8347-456B-9E8A-CC609B34DAAE}"/>
              </a:ext>
            </a:extLst>
          </p:cNvPr>
          <p:cNvSpPr txBox="1"/>
          <p:nvPr/>
        </p:nvSpPr>
        <p:spPr>
          <a:xfrm>
            <a:off x="1628822" y="4525144"/>
            <a:ext cx="5091644" cy="1275221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User Configuration</a:t>
            </a:r>
          </a:p>
          <a:p>
            <a:pPr marL="342900" indent="-342900">
              <a:lnSpc>
                <a:spcPts val="349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Name : git config --global user.name “Your Name”</a:t>
            </a:r>
          </a:p>
          <a:p>
            <a:pPr marL="342900" indent="-342900">
              <a:lnSpc>
                <a:spcPts val="3499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E-mail : git config --global </a:t>
            </a:r>
            <a:r>
              <a:rPr lang="en-US" sz="1400" b="1" dirty="0" err="1">
                <a:latin typeface="Lato Bold"/>
                <a:ea typeface="Lato Bold"/>
                <a:cs typeface="Lato Bold"/>
                <a:sym typeface="Lato Bold"/>
              </a:rPr>
              <a:t>user.email</a:t>
            </a: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 “Your Email”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C458E2-C3B0-4CD6-A560-6363E3768E62}"/>
              </a:ext>
            </a:extLst>
          </p:cNvPr>
          <p:cNvCxnSpPr>
            <a:cxnSpLocks/>
          </p:cNvCxnSpPr>
          <p:nvPr/>
        </p:nvCxnSpPr>
        <p:spPr>
          <a:xfrm>
            <a:off x="1223741" y="2876088"/>
            <a:ext cx="0" cy="5277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49B3013-9401-4352-A8E6-A2E0A29E9CD8}"/>
              </a:ext>
            </a:extLst>
          </p:cNvPr>
          <p:cNvCxnSpPr>
            <a:cxnSpLocks/>
          </p:cNvCxnSpPr>
          <p:nvPr/>
        </p:nvCxnSpPr>
        <p:spPr>
          <a:xfrm>
            <a:off x="1226496" y="3867387"/>
            <a:ext cx="0" cy="5277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3249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/>
          <a:lstStyle/>
          <a:p>
            <a:r>
              <a:rPr lang="en-US" dirty="0"/>
              <a:t>GitHub Setup</a:t>
            </a:r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181ECC0-EE7E-4950-8CDB-24466CDE7ECE}"/>
              </a:ext>
            </a:extLst>
          </p:cNvPr>
          <p:cNvGrpSpPr/>
          <p:nvPr/>
        </p:nvGrpSpPr>
        <p:grpSpPr>
          <a:xfrm rot="5400000">
            <a:off x="-617981" y="3064142"/>
            <a:ext cx="3649194" cy="251084"/>
            <a:chOff x="0" y="0"/>
            <a:chExt cx="4274726" cy="171301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DDAB203-C5B9-42BD-B996-BC720AB40C4D}"/>
                </a:ext>
              </a:extLst>
            </p:cNvPr>
            <p:cNvSpPr/>
            <p:nvPr/>
          </p:nvSpPr>
          <p:spPr>
            <a:xfrm>
              <a:off x="0" y="0"/>
              <a:ext cx="4274726" cy="171301"/>
            </a:xfrm>
            <a:custGeom>
              <a:avLst/>
              <a:gdLst/>
              <a:ahLst/>
              <a:cxnLst/>
              <a:rect l="l" t="t" r="r" b="b"/>
              <a:pathLst>
                <a:path w="4274726" h="171301">
                  <a:moveTo>
                    <a:pt x="28620" y="0"/>
                  </a:moveTo>
                  <a:lnTo>
                    <a:pt x="4246106" y="0"/>
                  </a:lnTo>
                  <a:cubicBezTo>
                    <a:pt x="4261912" y="0"/>
                    <a:pt x="4274726" y="12813"/>
                    <a:pt x="4274726" y="28620"/>
                  </a:cubicBezTo>
                  <a:lnTo>
                    <a:pt x="4274726" y="142682"/>
                  </a:lnTo>
                  <a:cubicBezTo>
                    <a:pt x="4274726" y="158488"/>
                    <a:pt x="4261912" y="171301"/>
                    <a:pt x="4246106" y="171301"/>
                  </a:cubicBezTo>
                  <a:lnTo>
                    <a:pt x="28620" y="171301"/>
                  </a:lnTo>
                  <a:cubicBezTo>
                    <a:pt x="12813" y="171301"/>
                    <a:pt x="0" y="158488"/>
                    <a:pt x="0" y="142682"/>
                  </a:cubicBezTo>
                  <a:lnTo>
                    <a:pt x="0" y="28620"/>
                  </a:lnTo>
                  <a:cubicBezTo>
                    <a:pt x="0" y="12813"/>
                    <a:pt x="12813" y="0"/>
                    <a:pt x="28620" y="0"/>
                  </a:cubicBezTo>
                  <a:close/>
                </a:path>
              </a:pathLst>
            </a:custGeom>
            <a:ln/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8710481-F61B-45DA-BA72-629706F81262}"/>
                </a:ext>
              </a:extLst>
            </p:cNvPr>
            <p:cNvSpPr txBox="1"/>
            <p:nvPr/>
          </p:nvSpPr>
          <p:spPr>
            <a:xfrm>
              <a:off x="0" y="-38100"/>
              <a:ext cx="4274726" cy="20940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solidFill>
                  <a:prstClr val="black"/>
                </a:solidFill>
              </a:endParaRPr>
            </a:p>
          </p:txBody>
        </p:sp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A317F72E-AC76-44BC-88A4-D3DC07FB762F}"/>
              </a:ext>
            </a:extLst>
          </p:cNvPr>
          <p:cNvSpPr/>
          <p:nvPr/>
        </p:nvSpPr>
        <p:spPr>
          <a:xfrm>
            <a:off x="1126121" y="1493323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776E53C7-4EC7-4F14-B86B-11C63A5FD6FA}"/>
              </a:ext>
            </a:extLst>
          </p:cNvPr>
          <p:cNvSpPr/>
          <p:nvPr/>
        </p:nvSpPr>
        <p:spPr>
          <a:xfrm>
            <a:off x="1115324" y="4599249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7F87D8C6-0DF6-4BA6-B4EC-69835EF12160}"/>
              </a:ext>
            </a:extLst>
          </p:cNvPr>
          <p:cNvSpPr/>
          <p:nvPr/>
        </p:nvSpPr>
        <p:spPr>
          <a:xfrm>
            <a:off x="1126121" y="3481061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EFA0AD1-22F7-40DB-901B-BC9B46C5DD64}"/>
              </a:ext>
            </a:extLst>
          </p:cNvPr>
          <p:cNvSpPr/>
          <p:nvPr/>
        </p:nvSpPr>
        <p:spPr>
          <a:xfrm>
            <a:off x="1115324" y="2487192"/>
            <a:ext cx="216834" cy="237800"/>
          </a:xfrm>
          <a:custGeom>
            <a:avLst/>
            <a:gdLst/>
            <a:ahLst/>
            <a:cxnLst/>
            <a:rect l="l" t="t" r="r" b="b"/>
            <a:pathLst>
              <a:path w="408164" h="411249">
                <a:moveTo>
                  <a:pt x="0" y="0"/>
                </a:moveTo>
                <a:lnTo>
                  <a:pt x="408164" y="0"/>
                </a:lnTo>
                <a:lnTo>
                  <a:pt x="408164" y="411249"/>
                </a:lnTo>
                <a:lnTo>
                  <a:pt x="0" y="41124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C05D915-129E-4F27-828F-757D7F53DB9B}"/>
              </a:ext>
            </a:extLst>
          </p:cNvPr>
          <p:cNvCxnSpPr>
            <a:cxnSpLocks/>
          </p:cNvCxnSpPr>
          <p:nvPr/>
        </p:nvCxnSpPr>
        <p:spPr>
          <a:xfrm>
            <a:off x="1223741" y="1807421"/>
            <a:ext cx="0" cy="5277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TextBox 11">
            <a:extLst>
              <a:ext uri="{FF2B5EF4-FFF2-40B4-BE49-F238E27FC236}">
                <a16:creationId xmlns:a16="http://schemas.microsoft.com/office/drawing/2014/main" id="{61ADD965-351B-47B0-B0A6-25AF59C80673}"/>
              </a:ext>
            </a:extLst>
          </p:cNvPr>
          <p:cNvSpPr txBox="1"/>
          <p:nvPr/>
        </p:nvSpPr>
        <p:spPr>
          <a:xfrm>
            <a:off x="1628822" y="1364927"/>
            <a:ext cx="2062333" cy="37753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Sign Up</a:t>
            </a: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 : </a:t>
            </a: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  <a:hlinkClick r:id="rId2"/>
              </a:rPr>
              <a:t>[Link]</a:t>
            </a:r>
            <a:endParaRPr lang="en-US" sz="1400" b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055863A7-8B42-4D0B-857B-62BE381C22D7}"/>
              </a:ext>
            </a:extLst>
          </p:cNvPr>
          <p:cNvSpPr txBox="1"/>
          <p:nvPr/>
        </p:nvSpPr>
        <p:spPr>
          <a:xfrm>
            <a:off x="1628823" y="2335058"/>
            <a:ext cx="6198105" cy="37753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Look Around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015E49F0-7725-45FD-BA92-EC5F4FD55278}"/>
              </a:ext>
            </a:extLst>
          </p:cNvPr>
          <p:cNvSpPr txBox="1"/>
          <p:nvPr/>
        </p:nvSpPr>
        <p:spPr>
          <a:xfrm>
            <a:off x="1628822" y="3358027"/>
            <a:ext cx="6438926" cy="37753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dirty="0">
                <a:latin typeface="Lato Bold"/>
                <a:ea typeface="Lato Bold"/>
                <a:cs typeface="Lato Bold"/>
                <a:sym typeface="Lato Bold"/>
              </a:rPr>
              <a:t>Test Page</a:t>
            </a:r>
          </a:p>
        </p:txBody>
      </p:sp>
      <p:sp>
        <p:nvSpPr>
          <p:cNvPr id="17" name="TextBox 11">
            <a:extLst>
              <a:ext uri="{FF2B5EF4-FFF2-40B4-BE49-F238E27FC236}">
                <a16:creationId xmlns:a16="http://schemas.microsoft.com/office/drawing/2014/main" id="{A1E7E3B9-8347-456B-9E8A-CC609B34DAAE}"/>
              </a:ext>
            </a:extLst>
          </p:cNvPr>
          <p:cNvSpPr txBox="1"/>
          <p:nvPr/>
        </p:nvSpPr>
        <p:spPr>
          <a:xfrm>
            <a:off x="1628822" y="4529379"/>
            <a:ext cx="5091644" cy="377539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>
              <a:lnSpc>
                <a:spcPts val="3499"/>
              </a:lnSpc>
              <a:spcBef>
                <a:spcPct val="0"/>
              </a:spcBef>
            </a:pPr>
            <a:r>
              <a:rPr lang="en-US" sz="1400" b="1" i="1" dirty="0">
                <a:latin typeface="Lato Bold"/>
                <a:ea typeface="Lato Bold"/>
                <a:cs typeface="Lato Bold"/>
                <a:sym typeface="Lato Bold"/>
              </a:rPr>
              <a:t>SSH Key Enroll</a:t>
            </a:r>
            <a:endParaRPr lang="en-US" sz="1400" b="1" dirty="0">
              <a:latin typeface="Lato Bold"/>
              <a:ea typeface="Lato Bold"/>
              <a:cs typeface="Lato Bold"/>
              <a:sym typeface="Lato Bold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9C458E2-C3B0-4CD6-A560-6363E3768E62}"/>
              </a:ext>
            </a:extLst>
          </p:cNvPr>
          <p:cNvCxnSpPr>
            <a:cxnSpLocks/>
          </p:cNvCxnSpPr>
          <p:nvPr/>
        </p:nvCxnSpPr>
        <p:spPr>
          <a:xfrm>
            <a:off x="1223741" y="2876088"/>
            <a:ext cx="0" cy="5277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49B3013-9401-4352-A8E6-A2E0A29E9CD8}"/>
              </a:ext>
            </a:extLst>
          </p:cNvPr>
          <p:cNvCxnSpPr>
            <a:cxnSpLocks/>
          </p:cNvCxnSpPr>
          <p:nvPr/>
        </p:nvCxnSpPr>
        <p:spPr>
          <a:xfrm>
            <a:off x="1226496" y="3867387"/>
            <a:ext cx="0" cy="5277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723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B2AD4C-7A18-4204-90F4-CC1EFDE853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55884" y="341781"/>
            <a:ext cx="7688263" cy="500352"/>
          </a:xfrm>
        </p:spPr>
        <p:txBody>
          <a:bodyPr/>
          <a:lstStyle/>
          <a:p>
            <a:r>
              <a:rPr lang="en-US" dirty="0"/>
              <a:t>Markdown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51CE9D-88AC-41F2-9789-971168327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84" y="1201290"/>
            <a:ext cx="4561011" cy="24311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8B0E36-E3D2-4B73-AF39-5A3E162EF6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84" y="3726376"/>
            <a:ext cx="4561011" cy="2214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A4D8EE-FA59-404F-95DC-C6524023E041}"/>
              </a:ext>
            </a:extLst>
          </p:cNvPr>
          <p:cNvSpPr txBox="1"/>
          <p:nvPr/>
        </p:nvSpPr>
        <p:spPr>
          <a:xfrm>
            <a:off x="5912839" y="2416862"/>
            <a:ext cx="5125674" cy="2531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Markdown(.md)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간단한 기호를 이용해 글을 구조적으로 작성하는 문법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사람이 읽기 편하면서 동시에 컴퓨터가 이해할 수 있는 글쓰기 방식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문법 익히기 </a:t>
            </a:r>
            <a:r>
              <a:rPr lang="en-US" altLang="ko-KR" dirty="0"/>
              <a:t>: </a:t>
            </a:r>
            <a:r>
              <a:rPr lang="en-US" altLang="ko-KR" dirty="0">
                <a:hlinkClick r:id="rId4"/>
              </a:rPr>
              <a:t>[Link]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86534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DT_FILLFIXED" val="True"/>
  <p:tag name="CDT_LINEFIXED" val="True"/>
  <p:tag name="CDT_FILLUNVISIBLE" val="False"/>
  <p:tag name="CDT_LINEUNVISIBLE" val="True"/>
  <p:tag name="CDT_COLBF_NEW" val="21"/>
  <p:tag name="CDT_COLFF_NEW" val="21"/>
  <p:tag name="CDT_EXTCOL" val="True"/>
  <p:tag name="CDT_COLTX_NEW" val="22"/>
  <p:tag name="CDT_TARGETSHAPE_NEW" val="20"/>
  <p:tag name="CDT_DELETE_ONEVENT_NEWPRES" val="False"/>
  <p:tag name="CDT_PROT" val="2"/>
  <p:tag name="CDT_PROT_TOP" val="111,25"/>
  <p:tag name="CDT_PROT_LEFT" val="366,8501"/>
  <p:tag name="CDT_PROT_WIDTH" val="593,6499"/>
  <p:tag name="CDT_PROT_HEIGHT" val="374,25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9412</TotalTime>
  <Words>391</Words>
  <Application>Microsoft Office PowerPoint</Application>
  <PresentationFormat>와이드스크린</PresentationFormat>
  <Paragraphs>85</Paragraphs>
  <Slides>14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Lato Bold</vt:lpstr>
      <vt:lpstr>나눔스퀘어 네오 Regular</vt:lpstr>
      <vt:lpstr>맑은 고딕</vt:lpstr>
      <vt:lpstr>Arial</vt:lpstr>
      <vt:lpstr>Office 테마</vt:lpstr>
      <vt:lpstr>SoC 100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LED Control with FPGA</dc:title>
  <dc:creator>Seungan Woo</dc:creator>
  <cp:lastModifiedBy>Seungan Woo</cp:lastModifiedBy>
  <cp:revision>508</cp:revision>
  <dcterms:created xsi:type="dcterms:W3CDTF">2024-09-20T05:42:48Z</dcterms:created>
  <dcterms:modified xsi:type="dcterms:W3CDTF">2026-09-06T15:37:32Z</dcterms:modified>
</cp:coreProperties>
</file>